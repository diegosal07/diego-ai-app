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NapkinAiOrigin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</p:sldIdLst>
  <p:sldSz cx="9144000" cy="6858000" type="screen4x3"/>
  <p:notesSz cx="6858000" cy="9144000"/>
  <p:embeddedFontLst>
    <p:embeddedFont>
      <p:font typeface="Libre Baskerville" pitchFamily="2" charset="0"/>
      <p:regular r:id="rId8"/>
      <p:bold r:id="rId9"/>
    </p:embeddedFont>
    <p:embeddedFont>
      <p:font typeface="Roboto" pitchFamily="2" charset="0"/>
      <p:regular r:id="rId1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60249" y="457200"/>
            <a:ext cx="4623501" cy="5943600"/>
          </a:xfrm>
          <a:prstGeom prst="rect">
            <a:avLst/>
          </a:prstGeom>
          <a:solidFill>
            <a:srgbClr val="2F3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Group 4"/>
          <p:cNvGrpSpPr/>
          <p:nvPr/>
        </p:nvGrpSpPr>
        <p:grpSpPr>
          <a:xfrm>
            <a:off x="3921425" y="1253047"/>
            <a:ext cx="1446424" cy="1061131"/>
            <a:chOff x="1661176" y="795847"/>
            <a:chExt cx="1446424" cy="1061131"/>
          </a:xfrm>
        </p:grpSpPr>
        <p:sp>
          <p:nvSpPr>
            <p:cNvPr id="3" name="Rounded Rectangle 2"/>
            <p:cNvSpPr/>
            <p:nvPr/>
          </p:nvSpPr>
          <p:spPr>
            <a:xfrm>
              <a:off x="1661176" y="1440105"/>
              <a:ext cx="1143242" cy="416873"/>
            </a:xfrm>
            <a:custGeom>
              <a:avLst/>
              <a:gdLst/>
              <a:ahLst/>
              <a:cxnLst/>
              <a:rect l="0" t="0" r="0" b="0"/>
              <a:pathLst>
                <a:path w="1143242" h="416873">
                  <a:moveTo>
                    <a:pt x="423189" y="0"/>
                  </a:moveTo>
                  <a:lnTo>
                    <a:pt x="385291" y="37897"/>
                  </a:lnTo>
                  <a:lnTo>
                    <a:pt x="0" y="37897"/>
                  </a:lnTo>
                  <a:lnTo>
                    <a:pt x="35724" y="0"/>
                  </a:lnTo>
                  <a:lnTo>
                    <a:pt x="423189" y="0"/>
                  </a:lnTo>
                  <a:moveTo>
                    <a:pt x="574779" y="75795"/>
                  </a:moveTo>
                  <a:lnTo>
                    <a:pt x="536882" y="113692"/>
                  </a:lnTo>
                  <a:lnTo>
                    <a:pt x="385291" y="113692"/>
                  </a:lnTo>
                  <a:lnTo>
                    <a:pt x="423189" y="75795"/>
                  </a:lnTo>
                  <a:lnTo>
                    <a:pt x="574779" y="75795"/>
                  </a:lnTo>
                  <a:moveTo>
                    <a:pt x="726369" y="151590"/>
                  </a:moveTo>
                  <a:lnTo>
                    <a:pt x="688472" y="189487"/>
                  </a:lnTo>
                  <a:lnTo>
                    <a:pt x="536882" y="189487"/>
                  </a:lnTo>
                  <a:lnTo>
                    <a:pt x="574779" y="151590"/>
                  </a:lnTo>
                  <a:lnTo>
                    <a:pt x="726369" y="151590"/>
                  </a:lnTo>
                  <a:moveTo>
                    <a:pt x="877960" y="227385"/>
                  </a:moveTo>
                  <a:lnTo>
                    <a:pt x="840062" y="265282"/>
                  </a:lnTo>
                  <a:lnTo>
                    <a:pt x="688472" y="265282"/>
                  </a:lnTo>
                  <a:lnTo>
                    <a:pt x="726369" y="227385"/>
                  </a:lnTo>
                  <a:lnTo>
                    <a:pt x="877960" y="227385"/>
                  </a:lnTo>
                  <a:moveTo>
                    <a:pt x="1029550" y="303180"/>
                  </a:moveTo>
                  <a:lnTo>
                    <a:pt x="991652" y="341078"/>
                  </a:lnTo>
                  <a:lnTo>
                    <a:pt x="840062" y="341078"/>
                  </a:lnTo>
                  <a:lnTo>
                    <a:pt x="877960" y="303180"/>
                  </a:lnTo>
                  <a:lnTo>
                    <a:pt x="1029550" y="303180"/>
                  </a:lnTo>
                  <a:moveTo>
                    <a:pt x="1143242" y="378975"/>
                  </a:moveTo>
                  <a:lnTo>
                    <a:pt x="1143242" y="416873"/>
                  </a:lnTo>
                  <a:lnTo>
                    <a:pt x="991652" y="416873"/>
                  </a:lnTo>
                  <a:lnTo>
                    <a:pt x="1029550" y="378975"/>
                  </a:lnTo>
                  <a:lnTo>
                    <a:pt x="1143242" y="378975"/>
                  </a:lnTo>
                  <a:moveTo>
                    <a:pt x="423189" y="0"/>
                  </a:moveTo>
                  <a:lnTo>
                    <a:pt x="423189" y="75795"/>
                  </a:lnTo>
                  <a:lnTo>
                    <a:pt x="385291" y="113692"/>
                  </a:lnTo>
                  <a:lnTo>
                    <a:pt x="385291" y="37897"/>
                  </a:lnTo>
                  <a:lnTo>
                    <a:pt x="423189" y="0"/>
                  </a:lnTo>
                  <a:moveTo>
                    <a:pt x="574779" y="75795"/>
                  </a:moveTo>
                  <a:lnTo>
                    <a:pt x="574779" y="151590"/>
                  </a:lnTo>
                  <a:lnTo>
                    <a:pt x="536882" y="189487"/>
                  </a:lnTo>
                  <a:lnTo>
                    <a:pt x="536882" y="113692"/>
                  </a:lnTo>
                  <a:lnTo>
                    <a:pt x="574779" y="75795"/>
                  </a:lnTo>
                  <a:moveTo>
                    <a:pt x="726369" y="151590"/>
                  </a:moveTo>
                  <a:lnTo>
                    <a:pt x="726369" y="227385"/>
                  </a:lnTo>
                  <a:lnTo>
                    <a:pt x="688472" y="265282"/>
                  </a:lnTo>
                  <a:lnTo>
                    <a:pt x="688472" y="189487"/>
                  </a:lnTo>
                  <a:lnTo>
                    <a:pt x="726369" y="151590"/>
                  </a:lnTo>
                  <a:moveTo>
                    <a:pt x="877960" y="227385"/>
                  </a:moveTo>
                  <a:lnTo>
                    <a:pt x="877960" y="303180"/>
                  </a:lnTo>
                  <a:lnTo>
                    <a:pt x="840062" y="341078"/>
                  </a:lnTo>
                  <a:lnTo>
                    <a:pt x="840062" y="265282"/>
                  </a:lnTo>
                  <a:lnTo>
                    <a:pt x="877960" y="227385"/>
                  </a:lnTo>
                  <a:moveTo>
                    <a:pt x="1029550" y="303180"/>
                  </a:moveTo>
                  <a:lnTo>
                    <a:pt x="1029550" y="378975"/>
                  </a:lnTo>
                  <a:lnTo>
                    <a:pt x="991652" y="416873"/>
                  </a:lnTo>
                  <a:lnTo>
                    <a:pt x="991652" y="341078"/>
                  </a:lnTo>
                  <a:lnTo>
                    <a:pt x="1029550" y="303180"/>
                  </a:lnTo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697028" y="795847"/>
              <a:ext cx="1410572" cy="1023234"/>
            </a:xfrm>
            <a:custGeom>
              <a:avLst/>
              <a:gdLst/>
              <a:ahLst/>
              <a:cxnLst/>
              <a:rect l="0" t="0" r="0" b="0"/>
              <a:pathLst>
                <a:path w="1410572" h="1023234">
                  <a:moveTo>
                    <a:pt x="1410572" y="833746"/>
                  </a:moveTo>
                  <a:lnTo>
                    <a:pt x="1107391" y="833746"/>
                  </a:lnTo>
                  <a:lnTo>
                    <a:pt x="1107391" y="1023234"/>
                  </a:lnTo>
                  <a:lnTo>
                    <a:pt x="993699" y="1023234"/>
                  </a:lnTo>
                  <a:lnTo>
                    <a:pt x="993699" y="947438"/>
                  </a:lnTo>
                  <a:lnTo>
                    <a:pt x="842108" y="947438"/>
                  </a:lnTo>
                  <a:lnTo>
                    <a:pt x="842108" y="871643"/>
                  </a:lnTo>
                  <a:lnTo>
                    <a:pt x="690518" y="871643"/>
                  </a:lnTo>
                  <a:lnTo>
                    <a:pt x="690518" y="799006"/>
                  </a:lnTo>
                  <a:lnTo>
                    <a:pt x="538928" y="795848"/>
                  </a:lnTo>
                  <a:lnTo>
                    <a:pt x="538928" y="720053"/>
                  </a:lnTo>
                  <a:lnTo>
                    <a:pt x="387338" y="720053"/>
                  </a:lnTo>
                  <a:lnTo>
                    <a:pt x="387338" y="644258"/>
                  </a:lnTo>
                  <a:lnTo>
                    <a:pt x="0" y="644258"/>
                  </a:lnTo>
                  <a:lnTo>
                    <a:pt x="614723" y="0"/>
                  </a:lnTo>
                  <a:lnTo>
                    <a:pt x="1410572" y="833746"/>
                  </a:lnTo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921425" y="1253047"/>
            <a:ext cx="1446422" cy="1061131"/>
            <a:chOff x="1661176" y="795847"/>
            <a:chExt cx="1446422" cy="1061131"/>
          </a:xfrm>
        </p:grpSpPr>
        <p:sp>
          <p:nvSpPr>
            <p:cNvPr id="6" name="Rounded Rectangle 5"/>
            <p:cNvSpPr/>
            <p:nvPr/>
          </p:nvSpPr>
          <p:spPr>
            <a:xfrm>
              <a:off x="1661176" y="1440105"/>
              <a:ext cx="1143242" cy="416873"/>
            </a:xfrm>
            <a:custGeom>
              <a:avLst/>
              <a:gdLst/>
              <a:ahLst/>
              <a:cxnLst/>
              <a:rect l="0" t="0" r="0" b="0"/>
              <a:pathLst>
                <a:path w="1143242" h="416873">
                  <a:moveTo>
                    <a:pt x="423188" y="0"/>
                  </a:moveTo>
                  <a:lnTo>
                    <a:pt x="385291" y="37897"/>
                  </a:lnTo>
                  <a:lnTo>
                    <a:pt x="0" y="37897"/>
                  </a:lnTo>
                  <a:lnTo>
                    <a:pt x="35725" y="0"/>
                  </a:lnTo>
                  <a:lnTo>
                    <a:pt x="423188" y="0"/>
                  </a:lnTo>
                  <a:close/>
                  <a:moveTo>
                    <a:pt x="574778" y="75795"/>
                  </a:moveTo>
                  <a:lnTo>
                    <a:pt x="536881" y="113692"/>
                  </a:lnTo>
                  <a:lnTo>
                    <a:pt x="385291" y="113692"/>
                  </a:lnTo>
                  <a:lnTo>
                    <a:pt x="423188" y="75795"/>
                  </a:lnTo>
                  <a:lnTo>
                    <a:pt x="574778" y="75795"/>
                  </a:lnTo>
                  <a:close/>
                  <a:moveTo>
                    <a:pt x="726369" y="151590"/>
                  </a:moveTo>
                  <a:lnTo>
                    <a:pt x="688471" y="189487"/>
                  </a:lnTo>
                  <a:lnTo>
                    <a:pt x="536881" y="189487"/>
                  </a:lnTo>
                  <a:lnTo>
                    <a:pt x="574778" y="151590"/>
                  </a:lnTo>
                  <a:lnTo>
                    <a:pt x="726369" y="151590"/>
                  </a:lnTo>
                  <a:close/>
                  <a:moveTo>
                    <a:pt x="877959" y="227385"/>
                  </a:moveTo>
                  <a:lnTo>
                    <a:pt x="840061" y="265282"/>
                  </a:lnTo>
                  <a:lnTo>
                    <a:pt x="688471" y="265282"/>
                  </a:lnTo>
                  <a:lnTo>
                    <a:pt x="726369" y="227385"/>
                  </a:lnTo>
                  <a:lnTo>
                    <a:pt x="877959" y="227385"/>
                  </a:lnTo>
                  <a:close/>
                  <a:moveTo>
                    <a:pt x="1029549" y="303180"/>
                  </a:moveTo>
                  <a:lnTo>
                    <a:pt x="991652" y="341078"/>
                  </a:lnTo>
                  <a:lnTo>
                    <a:pt x="840061" y="341078"/>
                  </a:lnTo>
                  <a:lnTo>
                    <a:pt x="877959" y="303180"/>
                  </a:lnTo>
                  <a:lnTo>
                    <a:pt x="1029549" y="303180"/>
                  </a:lnTo>
                  <a:close/>
                  <a:moveTo>
                    <a:pt x="1143242" y="378975"/>
                  </a:moveTo>
                  <a:lnTo>
                    <a:pt x="1143242" y="416873"/>
                  </a:lnTo>
                  <a:lnTo>
                    <a:pt x="991652" y="416873"/>
                  </a:lnTo>
                  <a:lnTo>
                    <a:pt x="1029549" y="378975"/>
                  </a:lnTo>
                  <a:lnTo>
                    <a:pt x="1143242" y="378975"/>
                  </a:lnTo>
                  <a:close/>
                  <a:moveTo>
                    <a:pt x="423188" y="0"/>
                  </a:moveTo>
                  <a:lnTo>
                    <a:pt x="423188" y="75795"/>
                  </a:lnTo>
                  <a:lnTo>
                    <a:pt x="385291" y="113692"/>
                  </a:lnTo>
                  <a:lnTo>
                    <a:pt x="385291" y="37897"/>
                  </a:lnTo>
                  <a:lnTo>
                    <a:pt x="423188" y="0"/>
                  </a:lnTo>
                  <a:close/>
                  <a:moveTo>
                    <a:pt x="574778" y="75795"/>
                  </a:moveTo>
                  <a:lnTo>
                    <a:pt x="574778" y="151590"/>
                  </a:lnTo>
                  <a:lnTo>
                    <a:pt x="536881" y="189487"/>
                  </a:lnTo>
                  <a:lnTo>
                    <a:pt x="536881" y="113692"/>
                  </a:lnTo>
                  <a:lnTo>
                    <a:pt x="574778" y="75795"/>
                  </a:lnTo>
                  <a:close/>
                  <a:moveTo>
                    <a:pt x="726369" y="151590"/>
                  </a:moveTo>
                  <a:lnTo>
                    <a:pt x="726369" y="227385"/>
                  </a:lnTo>
                  <a:lnTo>
                    <a:pt x="688471" y="265282"/>
                  </a:lnTo>
                  <a:lnTo>
                    <a:pt x="688471" y="189487"/>
                  </a:lnTo>
                  <a:lnTo>
                    <a:pt x="726369" y="151590"/>
                  </a:lnTo>
                  <a:close/>
                  <a:moveTo>
                    <a:pt x="877959" y="227385"/>
                  </a:moveTo>
                  <a:lnTo>
                    <a:pt x="877959" y="303180"/>
                  </a:lnTo>
                  <a:lnTo>
                    <a:pt x="840061" y="341078"/>
                  </a:lnTo>
                  <a:lnTo>
                    <a:pt x="840061" y="265282"/>
                  </a:lnTo>
                  <a:lnTo>
                    <a:pt x="877959" y="227385"/>
                  </a:lnTo>
                  <a:close/>
                  <a:moveTo>
                    <a:pt x="1029549" y="303180"/>
                  </a:moveTo>
                  <a:lnTo>
                    <a:pt x="1029549" y="378975"/>
                  </a:lnTo>
                  <a:lnTo>
                    <a:pt x="991652" y="416873"/>
                  </a:lnTo>
                  <a:lnTo>
                    <a:pt x="991652" y="341078"/>
                  </a:lnTo>
                  <a:lnTo>
                    <a:pt x="1029549" y="303180"/>
                  </a:lnTo>
                  <a:close/>
                </a:path>
              </a:pathLst>
            </a:custGeom>
            <a:noFill/>
            <a:ln w="12632">
              <a:solidFill>
                <a:srgbClr val="2F333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697029" y="795847"/>
              <a:ext cx="1410569" cy="1023234"/>
            </a:xfrm>
            <a:custGeom>
              <a:avLst/>
              <a:gdLst/>
              <a:ahLst/>
              <a:cxnLst/>
              <a:rect l="0" t="0" r="0" b="0"/>
              <a:pathLst>
                <a:path w="1410569" h="1023234">
                  <a:moveTo>
                    <a:pt x="1410569" y="833746"/>
                  </a:moveTo>
                  <a:lnTo>
                    <a:pt x="1107389" y="833746"/>
                  </a:lnTo>
                  <a:lnTo>
                    <a:pt x="1107389" y="1023234"/>
                  </a:lnTo>
                  <a:lnTo>
                    <a:pt x="993696" y="1023234"/>
                  </a:lnTo>
                  <a:lnTo>
                    <a:pt x="993696" y="947438"/>
                  </a:lnTo>
                  <a:lnTo>
                    <a:pt x="842106" y="947438"/>
                  </a:lnTo>
                  <a:lnTo>
                    <a:pt x="842106" y="871643"/>
                  </a:lnTo>
                  <a:lnTo>
                    <a:pt x="690516" y="871643"/>
                  </a:lnTo>
                  <a:lnTo>
                    <a:pt x="690516" y="799006"/>
                  </a:lnTo>
                  <a:lnTo>
                    <a:pt x="538926" y="795848"/>
                  </a:lnTo>
                  <a:lnTo>
                    <a:pt x="538926" y="720053"/>
                  </a:lnTo>
                  <a:lnTo>
                    <a:pt x="387335" y="720053"/>
                  </a:lnTo>
                  <a:lnTo>
                    <a:pt x="387335" y="644258"/>
                  </a:lnTo>
                  <a:lnTo>
                    <a:pt x="0" y="644258"/>
                  </a:lnTo>
                  <a:lnTo>
                    <a:pt x="614721" y="0"/>
                  </a:lnTo>
                  <a:lnTo>
                    <a:pt x="1410569" y="833746"/>
                  </a:lnTo>
                  <a:close/>
                </a:path>
              </a:pathLst>
            </a:custGeom>
            <a:noFill/>
            <a:ln w="12632">
              <a:solidFill>
                <a:srgbClr val="2F333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207687" y="1897305"/>
            <a:ext cx="1856980" cy="1330204"/>
            <a:chOff x="947438" y="1440105"/>
            <a:chExt cx="1856980" cy="1330204"/>
          </a:xfrm>
        </p:grpSpPr>
        <p:sp>
          <p:nvSpPr>
            <p:cNvPr id="9" name="Rounded Rectangle 8"/>
            <p:cNvSpPr/>
            <p:nvPr/>
          </p:nvSpPr>
          <p:spPr>
            <a:xfrm>
              <a:off x="947438" y="1440105"/>
              <a:ext cx="75795" cy="75795"/>
            </a:xfrm>
            <a:custGeom>
              <a:avLst/>
              <a:gdLst/>
              <a:ahLst/>
              <a:cxnLst/>
              <a:rect l="0" t="0" r="0" b="0"/>
              <a:pathLst>
                <a:path w="75795" h="75795">
                  <a:moveTo>
                    <a:pt x="75795" y="37897"/>
                  </a:moveTo>
                  <a:cubicBezTo>
                    <a:pt x="75795" y="58829"/>
                    <a:pt x="58829" y="75795"/>
                    <a:pt x="37897" y="75795"/>
                  </a:cubicBezTo>
                  <a:cubicBezTo>
                    <a:pt x="16965" y="75795"/>
                    <a:pt x="0" y="58829"/>
                    <a:pt x="0" y="37897"/>
                  </a:cubicBezTo>
                  <a:cubicBezTo>
                    <a:pt x="0" y="16965"/>
                    <a:pt x="16965" y="0"/>
                    <a:pt x="37897" y="0"/>
                  </a:cubicBezTo>
                  <a:cubicBezTo>
                    <a:pt x="58829" y="0"/>
                    <a:pt x="75795" y="16965"/>
                    <a:pt x="75795" y="37897"/>
                  </a:cubicBezTo>
                </a:path>
              </a:pathLst>
            </a:custGeom>
            <a:solidFill>
              <a:srgbClr val="B099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515902" y="1478003"/>
              <a:ext cx="1288516" cy="1292306"/>
            </a:xfrm>
            <a:custGeom>
              <a:avLst/>
              <a:gdLst/>
              <a:ahLst/>
              <a:cxnLst/>
              <a:rect l="0" t="0" r="0" b="0"/>
              <a:pathLst>
                <a:path w="1288516" h="1292306">
                  <a:moveTo>
                    <a:pt x="303180" y="151590"/>
                  </a:moveTo>
                  <a:lnTo>
                    <a:pt x="0" y="151590"/>
                  </a:lnTo>
                  <a:lnTo>
                    <a:pt x="151590" y="0"/>
                  </a:lnTo>
                  <a:lnTo>
                    <a:pt x="530565" y="0"/>
                  </a:lnTo>
                  <a:lnTo>
                    <a:pt x="530565" y="75795"/>
                  </a:lnTo>
                  <a:lnTo>
                    <a:pt x="682156" y="75795"/>
                  </a:lnTo>
                  <a:lnTo>
                    <a:pt x="682156" y="151590"/>
                  </a:lnTo>
                  <a:lnTo>
                    <a:pt x="833746" y="151590"/>
                  </a:lnTo>
                  <a:lnTo>
                    <a:pt x="833746" y="227385"/>
                  </a:lnTo>
                  <a:lnTo>
                    <a:pt x="985336" y="227385"/>
                  </a:lnTo>
                  <a:lnTo>
                    <a:pt x="985336" y="303180"/>
                  </a:lnTo>
                  <a:lnTo>
                    <a:pt x="1136926" y="303180"/>
                  </a:lnTo>
                  <a:lnTo>
                    <a:pt x="1136926" y="378975"/>
                  </a:lnTo>
                  <a:lnTo>
                    <a:pt x="1288516" y="378975"/>
                  </a:lnTo>
                  <a:lnTo>
                    <a:pt x="1288516" y="875433"/>
                  </a:lnTo>
                  <a:lnTo>
                    <a:pt x="1099029" y="875433"/>
                  </a:lnTo>
                  <a:lnTo>
                    <a:pt x="1061131" y="913331"/>
                  </a:lnTo>
                  <a:lnTo>
                    <a:pt x="1061131" y="951228"/>
                  </a:lnTo>
                  <a:lnTo>
                    <a:pt x="947438" y="951228"/>
                  </a:lnTo>
                  <a:lnTo>
                    <a:pt x="909541" y="989126"/>
                  </a:lnTo>
                  <a:lnTo>
                    <a:pt x="909541" y="1027023"/>
                  </a:lnTo>
                  <a:lnTo>
                    <a:pt x="795848" y="1027023"/>
                  </a:lnTo>
                  <a:lnTo>
                    <a:pt x="757951" y="1064921"/>
                  </a:lnTo>
                  <a:lnTo>
                    <a:pt x="757951" y="1102818"/>
                  </a:lnTo>
                  <a:lnTo>
                    <a:pt x="644258" y="1102818"/>
                  </a:lnTo>
                  <a:lnTo>
                    <a:pt x="606360" y="1140716"/>
                  </a:lnTo>
                  <a:lnTo>
                    <a:pt x="606360" y="1178613"/>
                  </a:lnTo>
                  <a:lnTo>
                    <a:pt x="492668" y="1178613"/>
                  </a:lnTo>
                  <a:lnTo>
                    <a:pt x="454770" y="1216511"/>
                  </a:lnTo>
                  <a:lnTo>
                    <a:pt x="454770" y="1254409"/>
                  </a:lnTo>
                  <a:lnTo>
                    <a:pt x="341078" y="1254409"/>
                  </a:lnTo>
                  <a:lnTo>
                    <a:pt x="303180" y="1292306"/>
                  </a:lnTo>
                  <a:lnTo>
                    <a:pt x="303180" y="151590"/>
                  </a:lnTo>
                </a:path>
              </a:pathLst>
            </a:custGeom>
            <a:solidFill>
              <a:srgbClr val="B099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07687" y="1897305"/>
            <a:ext cx="1856980" cy="1330204"/>
            <a:chOff x="947438" y="1440105"/>
            <a:chExt cx="1856980" cy="1330204"/>
          </a:xfrm>
        </p:grpSpPr>
        <p:sp>
          <p:nvSpPr>
            <p:cNvPr id="12" name="Rounded Rectangle 11"/>
            <p:cNvSpPr/>
            <p:nvPr/>
          </p:nvSpPr>
          <p:spPr>
            <a:xfrm>
              <a:off x="947438" y="1440105"/>
              <a:ext cx="871643" cy="75795"/>
            </a:xfrm>
            <a:custGeom>
              <a:avLst/>
              <a:gdLst/>
              <a:ahLst/>
              <a:cxnLst/>
              <a:rect l="0" t="0" r="0" b="0"/>
              <a:pathLst>
                <a:path w="871643" h="75795">
                  <a:moveTo>
                    <a:pt x="75795" y="37897"/>
                  </a:moveTo>
                  <a:cubicBezTo>
                    <a:pt x="75795" y="58827"/>
                    <a:pt x="58827" y="75795"/>
                    <a:pt x="37897" y="75795"/>
                  </a:cubicBezTo>
                  <a:cubicBezTo>
                    <a:pt x="16967" y="75795"/>
                    <a:pt x="0" y="58827"/>
                    <a:pt x="0" y="37897"/>
                  </a:cubicBezTo>
                  <a:cubicBezTo>
                    <a:pt x="0" y="16967"/>
                    <a:pt x="16967" y="0"/>
                    <a:pt x="37897" y="0"/>
                  </a:cubicBezTo>
                  <a:cubicBezTo>
                    <a:pt x="58827" y="0"/>
                    <a:pt x="75795" y="16967"/>
                    <a:pt x="75795" y="37897"/>
                  </a:cubicBezTo>
                  <a:close/>
                  <a:moveTo>
                    <a:pt x="871643" y="37897"/>
                  </a:moveTo>
                  <a:lnTo>
                    <a:pt x="75795" y="37897"/>
                  </a:lnTo>
                </a:path>
              </a:pathLst>
            </a:custGeom>
            <a:noFill/>
            <a:ln w="12632">
              <a:solidFill>
                <a:srgbClr val="2F333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515902" y="1478003"/>
              <a:ext cx="1288516" cy="1292306"/>
            </a:xfrm>
            <a:custGeom>
              <a:avLst/>
              <a:gdLst/>
              <a:ahLst/>
              <a:cxnLst/>
              <a:rect l="0" t="0" r="0" b="0"/>
              <a:pathLst>
                <a:path w="1288516" h="1292306">
                  <a:moveTo>
                    <a:pt x="1288516" y="454770"/>
                  </a:moveTo>
                  <a:lnTo>
                    <a:pt x="1288516" y="378975"/>
                  </a:lnTo>
                  <a:lnTo>
                    <a:pt x="1136926" y="378975"/>
                  </a:lnTo>
                  <a:lnTo>
                    <a:pt x="1136926" y="303180"/>
                  </a:lnTo>
                  <a:lnTo>
                    <a:pt x="985336" y="303180"/>
                  </a:lnTo>
                  <a:lnTo>
                    <a:pt x="985336" y="227385"/>
                  </a:lnTo>
                  <a:lnTo>
                    <a:pt x="833746" y="227385"/>
                  </a:lnTo>
                  <a:lnTo>
                    <a:pt x="833746" y="151590"/>
                  </a:lnTo>
                  <a:lnTo>
                    <a:pt x="682156" y="151590"/>
                  </a:lnTo>
                  <a:lnTo>
                    <a:pt x="682156" y="75795"/>
                  </a:lnTo>
                  <a:lnTo>
                    <a:pt x="530565" y="75795"/>
                  </a:lnTo>
                  <a:lnTo>
                    <a:pt x="530565" y="0"/>
                  </a:lnTo>
                  <a:lnTo>
                    <a:pt x="145273" y="0"/>
                  </a:lnTo>
                  <a:lnTo>
                    <a:pt x="0" y="151590"/>
                  </a:lnTo>
                  <a:lnTo>
                    <a:pt x="303180" y="151590"/>
                  </a:lnTo>
                  <a:lnTo>
                    <a:pt x="303180" y="454770"/>
                  </a:lnTo>
                  <a:moveTo>
                    <a:pt x="303180" y="454770"/>
                  </a:moveTo>
                  <a:lnTo>
                    <a:pt x="303180" y="837535"/>
                  </a:lnTo>
                  <a:moveTo>
                    <a:pt x="1288516" y="454770"/>
                  </a:moveTo>
                  <a:lnTo>
                    <a:pt x="1288516" y="837535"/>
                  </a:lnTo>
                  <a:moveTo>
                    <a:pt x="1288516" y="837535"/>
                  </a:moveTo>
                  <a:lnTo>
                    <a:pt x="1288516" y="875433"/>
                  </a:lnTo>
                  <a:lnTo>
                    <a:pt x="1099029" y="875433"/>
                  </a:lnTo>
                  <a:lnTo>
                    <a:pt x="1061131" y="913330"/>
                  </a:lnTo>
                  <a:lnTo>
                    <a:pt x="1061131" y="951228"/>
                  </a:lnTo>
                  <a:lnTo>
                    <a:pt x="947438" y="951228"/>
                  </a:lnTo>
                  <a:lnTo>
                    <a:pt x="909541" y="989125"/>
                  </a:lnTo>
                  <a:lnTo>
                    <a:pt x="909541" y="1027023"/>
                  </a:lnTo>
                  <a:lnTo>
                    <a:pt x="795848" y="1027023"/>
                  </a:lnTo>
                  <a:lnTo>
                    <a:pt x="757951" y="1064921"/>
                  </a:lnTo>
                  <a:lnTo>
                    <a:pt x="757951" y="1102818"/>
                  </a:lnTo>
                  <a:lnTo>
                    <a:pt x="644258" y="1102818"/>
                  </a:lnTo>
                  <a:lnTo>
                    <a:pt x="606360" y="1140716"/>
                  </a:lnTo>
                  <a:lnTo>
                    <a:pt x="606360" y="1178613"/>
                  </a:lnTo>
                  <a:lnTo>
                    <a:pt x="492668" y="1178613"/>
                  </a:lnTo>
                  <a:lnTo>
                    <a:pt x="454770" y="1216511"/>
                  </a:lnTo>
                  <a:lnTo>
                    <a:pt x="454770" y="1254408"/>
                  </a:lnTo>
                  <a:lnTo>
                    <a:pt x="341078" y="1254408"/>
                  </a:lnTo>
                  <a:lnTo>
                    <a:pt x="303180" y="1292306"/>
                  </a:lnTo>
                  <a:lnTo>
                    <a:pt x="303180" y="837535"/>
                  </a:lnTo>
                </a:path>
              </a:pathLst>
            </a:custGeom>
            <a:noFill/>
            <a:ln w="12632">
              <a:solidFill>
                <a:srgbClr val="2F333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4079331" y="2810635"/>
            <a:ext cx="985336" cy="416873"/>
          </a:xfrm>
          <a:custGeom>
            <a:avLst/>
            <a:gdLst/>
            <a:ahLst/>
            <a:cxnLst/>
            <a:rect l="0" t="0" r="0" b="0"/>
            <a:pathLst>
              <a:path w="985336" h="416873">
                <a:moveTo>
                  <a:pt x="985336" y="0"/>
                </a:moveTo>
                <a:lnTo>
                  <a:pt x="985336" y="37897"/>
                </a:lnTo>
                <a:lnTo>
                  <a:pt x="757951" y="37897"/>
                </a:lnTo>
                <a:lnTo>
                  <a:pt x="795848" y="0"/>
                </a:lnTo>
                <a:lnTo>
                  <a:pt x="985336" y="0"/>
                </a:lnTo>
                <a:moveTo>
                  <a:pt x="757951" y="75795"/>
                </a:moveTo>
                <a:lnTo>
                  <a:pt x="757951" y="113692"/>
                </a:lnTo>
                <a:lnTo>
                  <a:pt x="606360" y="113692"/>
                </a:lnTo>
                <a:lnTo>
                  <a:pt x="644258" y="75795"/>
                </a:lnTo>
                <a:lnTo>
                  <a:pt x="757951" y="75795"/>
                </a:lnTo>
                <a:moveTo>
                  <a:pt x="151590" y="378975"/>
                </a:moveTo>
                <a:lnTo>
                  <a:pt x="151590" y="416873"/>
                </a:lnTo>
                <a:lnTo>
                  <a:pt x="0" y="416873"/>
                </a:lnTo>
                <a:lnTo>
                  <a:pt x="37897" y="378975"/>
                </a:lnTo>
                <a:lnTo>
                  <a:pt x="151590" y="378975"/>
                </a:lnTo>
                <a:moveTo>
                  <a:pt x="303180" y="303180"/>
                </a:moveTo>
                <a:lnTo>
                  <a:pt x="303180" y="341078"/>
                </a:lnTo>
                <a:lnTo>
                  <a:pt x="151590" y="341078"/>
                </a:lnTo>
                <a:lnTo>
                  <a:pt x="189487" y="303180"/>
                </a:lnTo>
                <a:lnTo>
                  <a:pt x="303180" y="303180"/>
                </a:lnTo>
                <a:moveTo>
                  <a:pt x="454770" y="227385"/>
                </a:moveTo>
                <a:lnTo>
                  <a:pt x="454770" y="265282"/>
                </a:lnTo>
                <a:lnTo>
                  <a:pt x="303180" y="265282"/>
                </a:lnTo>
                <a:lnTo>
                  <a:pt x="341078" y="227385"/>
                </a:lnTo>
                <a:lnTo>
                  <a:pt x="454770" y="227385"/>
                </a:lnTo>
                <a:moveTo>
                  <a:pt x="606360" y="151590"/>
                </a:moveTo>
                <a:lnTo>
                  <a:pt x="606360" y="189487"/>
                </a:lnTo>
                <a:lnTo>
                  <a:pt x="454770" y="189487"/>
                </a:lnTo>
                <a:lnTo>
                  <a:pt x="492668" y="151590"/>
                </a:lnTo>
                <a:lnTo>
                  <a:pt x="606360" y="151590"/>
                </a:ln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79331" y="2810635"/>
            <a:ext cx="985336" cy="416873"/>
          </a:xfrm>
          <a:custGeom>
            <a:avLst/>
            <a:gdLst/>
            <a:ahLst/>
            <a:cxnLst/>
            <a:rect l="0" t="0" r="0" b="0"/>
            <a:pathLst>
              <a:path w="985336" h="416873">
                <a:moveTo>
                  <a:pt x="985336" y="0"/>
                </a:moveTo>
                <a:lnTo>
                  <a:pt x="985336" y="37897"/>
                </a:lnTo>
                <a:lnTo>
                  <a:pt x="757951" y="37897"/>
                </a:lnTo>
                <a:lnTo>
                  <a:pt x="795848" y="0"/>
                </a:lnTo>
                <a:lnTo>
                  <a:pt x="985336" y="0"/>
                </a:lnTo>
                <a:close/>
                <a:moveTo>
                  <a:pt x="757951" y="75795"/>
                </a:moveTo>
                <a:lnTo>
                  <a:pt x="757951" y="113692"/>
                </a:lnTo>
                <a:lnTo>
                  <a:pt x="606360" y="113692"/>
                </a:lnTo>
                <a:lnTo>
                  <a:pt x="644258" y="75795"/>
                </a:lnTo>
                <a:lnTo>
                  <a:pt x="757951" y="75795"/>
                </a:lnTo>
                <a:close/>
                <a:moveTo>
                  <a:pt x="151590" y="378975"/>
                </a:moveTo>
                <a:lnTo>
                  <a:pt x="151590" y="416873"/>
                </a:lnTo>
                <a:lnTo>
                  <a:pt x="0" y="416873"/>
                </a:lnTo>
                <a:lnTo>
                  <a:pt x="37897" y="378975"/>
                </a:lnTo>
                <a:lnTo>
                  <a:pt x="151590" y="378975"/>
                </a:lnTo>
                <a:close/>
                <a:moveTo>
                  <a:pt x="303180" y="303180"/>
                </a:moveTo>
                <a:lnTo>
                  <a:pt x="303180" y="341078"/>
                </a:lnTo>
                <a:lnTo>
                  <a:pt x="151590" y="341078"/>
                </a:lnTo>
                <a:lnTo>
                  <a:pt x="189487" y="303180"/>
                </a:lnTo>
                <a:lnTo>
                  <a:pt x="303180" y="303180"/>
                </a:lnTo>
                <a:close/>
                <a:moveTo>
                  <a:pt x="454770" y="227385"/>
                </a:moveTo>
                <a:lnTo>
                  <a:pt x="454770" y="265282"/>
                </a:lnTo>
                <a:lnTo>
                  <a:pt x="303180" y="265282"/>
                </a:lnTo>
                <a:lnTo>
                  <a:pt x="341078" y="227385"/>
                </a:lnTo>
                <a:lnTo>
                  <a:pt x="454770" y="227385"/>
                </a:lnTo>
                <a:close/>
                <a:moveTo>
                  <a:pt x="606360" y="151590"/>
                </a:moveTo>
                <a:lnTo>
                  <a:pt x="606360" y="189487"/>
                </a:lnTo>
                <a:lnTo>
                  <a:pt x="454770" y="189487"/>
                </a:lnTo>
                <a:lnTo>
                  <a:pt x="492668" y="151590"/>
                </a:lnTo>
                <a:lnTo>
                  <a:pt x="606360" y="151590"/>
                </a:lnTo>
                <a:close/>
              </a:path>
            </a:pathLst>
          </a:custGeom>
          <a:noFill/>
          <a:ln w="12632">
            <a:solidFill>
              <a:srgbClr val="2F333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9" name="Group 18"/>
          <p:cNvGrpSpPr/>
          <p:nvPr/>
        </p:nvGrpSpPr>
        <p:grpSpPr>
          <a:xfrm>
            <a:off x="4079331" y="2810635"/>
            <a:ext cx="1856980" cy="1140716"/>
            <a:chOff x="1819082" y="2353435"/>
            <a:chExt cx="1856980" cy="1140716"/>
          </a:xfrm>
        </p:grpSpPr>
        <p:sp>
          <p:nvSpPr>
            <p:cNvPr id="17" name="Rounded Rectangle 16"/>
            <p:cNvSpPr/>
            <p:nvPr/>
          </p:nvSpPr>
          <p:spPr>
            <a:xfrm>
              <a:off x="3600267" y="2353435"/>
              <a:ext cx="75795" cy="75795"/>
            </a:xfrm>
            <a:custGeom>
              <a:avLst/>
              <a:gdLst/>
              <a:ahLst/>
              <a:cxnLst/>
              <a:rect l="0" t="0" r="0" b="0"/>
              <a:pathLst>
                <a:path w="75795" h="75795">
                  <a:moveTo>
                    <a:pt x="75795" y="37897"/>
                  </a:moveTo>
                  <a:cubicBezTo>
                    <a:pt x="75795" y="58829"/>
                    <a:pt x="58829" y="75795"/>
                    <a:pt x="37897" y="75795"/>
                  </a:cubicBezTo>
                  <a:cubicBezTo>
                    <a:pt x="16965" y="75795"/>
                    <a:pt x="0" y="58829"/>
                    <a:pt x="0" y="37897"/>
                  </a:cubicBezTo>
                  <a:cubicBezTo>
                    <a:pt x="0" y="16965"/>
                    <a:pt x="16965" y="0"/>
                    <a:pt x="37897" y="0"/>
                  </a:cubicBezTo>
                  <a:cubicBezTo>
                    <a:pt x="58829" y="0"/>
                    <a:pt x="75795" y="16965"/>
                    <a:pt x="75795" y="37897"/>
                  </a:cubicBezTo>
                </a:path>
              </a:pathLst>
            </a:custGeom>
            <a:solidFill>
              <a:srgbClr val="BC529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819082" y="2391333"/>
              <a:ext cx="985336" cy="1102818"/>
            </a:xfrm>
            <a:custGeom>
              <a:avLst/>
              <a:gdLst/>
              <a:ahLst/>
              <a:cxnLst/>
              <a:rect l="0" t="0" r="0" b="0"/>
              <a:pathLst>
                <a:path w="985336" h="1102818">
                  <a:moveTo>
                    <a:pt x="0" y="723843"/>
                  </a:moveTo>
                  <a:lnTo>
                    <a:pt x="265282" y="723843"/>
                  </a:lnTo>
                  <a:lnTo>
                    <a:pt x="265282" y="799638"/>
                  </a:lnTo>
                  <a:lnTo>
                    <a:pt x="416873" y="799638"/>
                  </a:lnTo>
                  <a:lnTo>
                    <a:pt x="416873" y="875433"/>
                  </a:lnTo>
                  <a:lnTo>
                    <a:pt x="568463" y="875433"/>
                  </a:lnTo>
                  <a:lnTo>
                    <a:pt x="568463" y="951228"/>
                  </a:lnTo>
                  <a:lnTo>
                    <a:pt x="720053" y="951228"/>
                  </a:lnTo>
                  <a:lnTo>
                    <a:pt x="720053" y="1027023"/>
                  </a:lnTo>
                  <a:lnTo>
                    <a:pt x="871643" y="1027023"/>
                  </a:lnTo>
                  <a:lnTo>
                    <a:pt x="871643" y="1102818"/>
                  </a:lnTo>
                  <a:lnTo>
                    <a:pt x="985336" y="1102818"/>
                  </a:lnTo>
                  <a:lnTo>
                    <a:pt x="985336" y="0"/>
                  </a:lnTo>
                  <a:lnTo>
                    <a:pt x="757951" y="0"/>
                  </a:lnTo>
                  <a:lnTo>
                    <a:pt x="757951" y="75795"/>
                  </a:lnTo>
                  <a:lnTo>
                    <a:pt x="606360" y="75795"/>
                  </a:lnTo>
                  <a:lnTo>
                    <a:pt x="606360" y="151590"/>
                  </a:lnTo>
                  <a:lnTo>
                    <a:pt x="454770" y="151590"/>
                  </a:lnTo>
                  <a:lnTo>
                    <a:pt x="454770" y="227385"/>
                  </a:lnTo>
                  <a:lnTo>
                    <a:pt x="303180" y="227385"/>
                  </a:lnTo>
                  <a:lnTo>
                    <a:pt x="303180" y="303180"/>
                  </a:lnTo>
                  <a:lnTo>
                    <a:pt x="151590" y="303180"/>
                  </a:lnTo>
                  <a:lnTo>
                    <a:pt x="151590" y="378975"/>
                  </a:lnTo>
                  <a:lnTo>
                    <a:pt x="0" y="378975"/>
                  </a:lnTo>
                  <a:lnTo>
                    <a:pt x="0" y="723843"/>
                  </a:lnTo>
                </a:path>
              </a:pathLst>
            </a:custGeom>
            <a:solidFill>
              <a:srgbClr val="BC529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079331" y="2810635"/>
            <a:ext cx="1856980" cy="1140716"/>
            <a:chOff x="1819082" y="2353435"/>
            <a:chExt cx="1856980" cy="1140716"/>
          </a:xfrm>
        </p:grpSpPr>
        <p:sp>
          <p:nvSpPr>
            <p:cNvPr id="20" name="Rounded Rectangle 19"/>
            <p:cNvSpPr/>
            <p:nvPr/>
          </p:nvSpPr>
          <p:spPr>
            <a:xfrm>
              <a:off x="2804419" y="2353435"/>
              <a:ext cx="871643" cy="75795"/>
            </a:xfrm>
            <a:custGeom>
              <a:avLst/>
              <a:gdLst/>
              <a:ahLst/>
              <a:cxnLst/>
              <a:rect l="0" t="0" r="0" b="0"/>
              <a:pathLst>
                <a:path w="871643" h="75795">
                  <a:moveTo>
                    <a:pt x="871643" y="37897"/>
                  </a:moveTo>
                  <a:cubicBezTo>
                    <a:pt x="871643" y="58827"/>
                    <a:pt x="854676" y="75795"/>
                    <a:pt x="833746" y="75795"/>
                  </a:cubicBezTo>
                  <a:cubicBezTo>
                    <a:pt x="812815" y="75795"/>
                    <a:pt x="795848" y="58827"/>
                    <a:pt x="795848" y="37897"/>
                  </a:cubicBezTo>
                  <a:cubicBezTo>
                    <a:pt x="795848" y="16967"/>
                    <a:pt x="812815" y="0"/>
                    <a:pt x="833746" y="0"/>
                  </a:cubicBezTo>
                  <a:cubicBezTo>
                    <a:pt x="854676" y="0"/>
                    <a:pt x="871643" y="16967"/>
                    <a:pt x="871643" y="37897"/>
                  </a:cubicBezTo>
                  <a:close/>
                  <a:moveTo>
                    <a:pt x="795848" y="37897"/>
                  </a:moveTo>
                  <a:lnTo>
                    <a:pt x="0" y="37897"/>
                  </a:lnTo>
                </a:path>
              </a:pathLst>
            </a:custGeom>
            <a:noFill/>
            <a:ln w="12632">
              <a:solidFill>
                <a:srgbClr val="2F333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819082" y="2391333"/>
              <a:ext cx="985336" cy="1102818"/>
            </a:xfrm>
            <a:custGeom>
              <a:avLst/>
              <a:gdLst/>
              <a:ahLst/>
              <a:cxnLst/>
              <a:rect l="0" t="0" r="0" b="0"/>
              <a:pathLst>
                <a:path w="985336" h="1102818">
                  <a:moveTo>
                    <a:pt x="0" y="685945"/>
                  </a:moveTo>
                  <a:lnTo>
                    <a:pt x="0" y="723843"/>
                  </a:lnTo>
                  <a:lnTo>
                    <a:pt x="265282" y="723843"/>
                  </a:lnTo>
                  <a:lnTo>
                    <a:pt x="265282" y="799638"/>
                  </a:lnTo>
                  <a:lnTo>
                    <a:pt x="416873" y="799638"/>
                  </a:lnTo>
                  <a:lnTo>
                    <a:pt x="416873" y="875433"/>
                  </a:lnTo>
                  <a:lnTo>
                    <a:pt x="568463" y="875433"/>
                  </a:lnTo>
                  <a:lnTo>
                    <a:pt x="568463" y="951228"/>
                  </a:lnTo>
                  <a:lnTo>
                    <a:pt x="720053" y="951228"/>
                  </a:lnTo>
                  <a:lnTo>
                    <a:pt x="720053" y="1027023"/>
                  </a:lnTo>
                  <a:lnTo>
                    <a:pt x="871643" y="1027023"/>
                  </a:lnTo>
                  <a:lnTo>
                    <a:pt x="871643" y="1102818"/>
                  </a:lnTo>
                  <a:lnTo>
                    <a:pt x="985336" y="1102818"/>
                  </a:lnTo>
                  <a:lnTo>
                    <a:pt x="985336" y="685945"/>
                  </a:lnTo>
                  <a:moveTo>
                    <a:pt x="0" y="454770"/>
                  </a:moveTo>
                  <a:lnTo>
                    <a:pt x="0" y="685945"/>
                  </a:lnTo>
                  <a:moveTo>
                    <a:pt x="985336" y="454770"/>
                  </a:moveTo>
                  <a:lnTo>
                    <a:pt x="985336" y="685945"/>
                  </a:lnTo>
                  <a:moveTo>
                    <a:pt x="0" y="454770"/>
                  </a:moveTo>
                  <a:lnTo>
                    <a:pt x="0" y="378975"/>
                  </a:lnTo>
                  <a:lnTo>
                    <a:pt x="151590" y="378975"/>
                  </a:lnTo>
                  <a:lnTo>
                    <a:pt x="151590" y="303180"/>
                  </a:lnTo>
                  <a:lnTo>
                    <a:pt x="303180" y="303180"/>
                  </a:lnTo>
                  <a:lnTo>
                    <a:pt x="303180" y="227385"/>
                  </a:lnTo>
                  <a:lnTo>
                    <a:pt x="454770" y="227385"/>
                  </a:lnTo>
                  <a:lnTo>
                    <a:pt x="454770" y="151590"/>
                  </a:lnTo>
                  <a:lnTo>
                    <a:pt x="606360" y="151590"/>
                  </a:lnTo>
                  <a:lnTo>
                    <a:pt x="606360" y="75795"/>
                  </a:lnTo>
                  <a:lnTo>
                    <a:pt x="757951" y="75795"/>
                  </a:lnTo>
                  <a:lnTo>
                    <a:pt x="757951" y="0"/>
                  </a:lnTo>
                  <a:lnTo>
                    <a:pt x="985336" y="0"/>
                  </a:lnTo>
                  <a:lnTo>
                    <a:pt x="985336" y="454770"/>
                  </a:lnTo>
                </a:path>
              </a:pathLst>
            </a:custGeom>
            <a:noFill/>
            <a:ln w="12632">
              <a:solidFill>
                <a:srgbClr val="2F333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4079331" y="3572377"/>
            <a:ext cx="985336" cy="416873"/>
          </a:xfrm>
          <a:custGeom>
            <a:avLst/>
            <a:gdLst/>
            <a:ahLst/>
            <a:cxnLst/>
            <a:rect l="0" t="0" r="0" b="0"/>
            <a:pathLst>
              <a:path w="985336" h="416873">
                <a:moveTo>
                  <a:pt x="265282" y="0"/>
                </a:moveTo>
                <a:lnTo>
                  <a:pt x="227385" y="37897"/>
                </a:lnTo>
                <a:lnTo>
                  <a:pt x="0" y="37897"/>
                </a:lnTo>
                <a:lnTo>
                  <a:pt x="0" y="0"/>
                </a:lnTo>
                <a:lnTo>
                  <a:pt x="265282" y="0"/>
                </a:lnTo>
                <a:moveTo>
                  <a:pt x="416873" y="75795"/>
                </a:moveTo>
                <a:lnTo>
                  <a:pt x="378975" y="113692"/>
                </a:lnTo>
                <a:lnTo>
                  <a:pt x="227385" y="113692"/>
                </a:lnTo>
                <a:lnTo>
                  <a:pt x="265282" y="75795"/>
                </a:lnTo>
                <a:lnTo>
                  <a:pt x="416873" y="75795"/>
                </a:lnTo>
                <a:moveTo>
                  <a:pt x="568463" y="151590"/>
                </a:moveTo>
                <a:lnTo>
                  <a:pt x="530565" y="189487"/>
                </a:lnTo>
                <a:lnTo>
                  <a:pt x="378975" y="189487"/>
                </a:lnTo>
                <a:lnTo>
                  <a:pt x="416873" y="151590"/>
                </a:lnTo>
                <a:lnTo>
                  <a:pt x="568463" y="151590"/>
                </a:lnTo>
                <a:moveTo>
                  <a:pt x="720053" y="227385"/>
                </a:moveTo>
                <a:lnTo>
                  <a:pt x="682156" y="265282"/>
                </a:lnTo>
                <a:lnTo>
                  <a:pt x="530565" y="265282"/>
                </a:lnTo>
                <a:lnTo>
                  <a:pt x="568463" y="227385"/>
                </a:lnTo>
                <a:lnTo>
                  <a:pt x="720053" y="227385"/>
                </a:lnTo>
                <a:moveTo>
                  <a:pt x="871643" y="303180"/>
                </a:moveTo>
                <a:lnTo>
                  <a:pt x="833746" y="341078"/>
                </a:lnTo>
                <a:lnTo>
                  <a:pt x="682156" y="341078"/>
                </a:lnTo>
                <a:lnTo>
                  <a:pt x="720053" y="303180"/>
                </a:lnTo>
                <a:lnTo>
                  <a:pt x="871643" y="303180"/>
                </a:lnTo>
                <a:moveTo>
                  <a:pt x="985336" y="378975"/>
                </a:moveTo>
                <a:lnTo>
                  <a:pt x="985336" y="416873"/>
                </a:lnTo>
                <a:lnTo>
                  <a:pt x="833746" y="416873"/>
                </a:lnTo>
                <a:lnTo>
                  <a:pt x="871643" y="378975"/>
                </a:lnTo>
                <a:lnTo>
                  <a:pt x="985336" y="378975"/>
                </a:lnTo>
                <a:moveTo>
                  <a:pt x="265282" y="0"/>
                </a:moveTo>
                <a:lnTo>
                  <a:pt x="265282" y="75795"/>
                </a:lnTo>
                <a:lnTo>
                  <a:pt x="227385" y="113692"/>
                </a:lnTo>
                <a:lnTo>
                  <a:pt x="227385" y="37897"/>
                </a:lnTo>
                <a:lnTo>
                  <a:pt x="265282" y="0"/>
                </a:lnTo>
                <a:moveTo>
                  <a:pt x="416873" y="75795"/>
                </a:moveTo>
                <a:lnTo>
                  <a:pt x="416873" y="151590"/>
                </a:lnTo>
                <a:lnTo>
                  <a:pt x="378975" y="189487"/>
                </a:lnTo>
                <a:lnTo>
                  <a:pt x="378975" y="113692"/>
                </a:lnTo>
                <a:lnTo>
                  <a:pt x="416873" y="75795"/>
                </a:lnTo>
                <a:moveTo>
                  <a:pt x="568463" y="151590"/>
                </a:moveTo>
                <a:lnTo>
                  <a:pt x="568463" y="227385"/>
                </a:lnTo>
                <a:lnTo>
                  <a:pt x="530565" y="265282"/>
                </a:lnTo>
                <a:lnTo>
                  <a:pt x="530565" y="189487"/>
                </a:lnTo>
                <a:lnTo>
                  <a:pt x="568463" y="151590"/>
                </a:lnTo>
                <a:moveTo>
                  <a:pt x="720053" y="227385"/>
                </a:moveTo>
                <a:lnTo>
                  <a:pt x="720053" y="303180"/>
                </a:lnTo>
                <a:lnTo>
                  <a:pt x="682156" y="341078"/>
                </a:lnTo>
                <a:lnTo>
                  <a:pt x="682156" y="265282"/>
                </a:lnTo>
                <a:lnTo>
                  <a:pt x="720053" y="227385"/>
                </a:lnTo>
                <a:moveTo>
                  <a:pt x="871643" y="303180"/>
                </a:moveTo>
                <a:lnTo>
                  <a:pt x="871643" y="378975"/>
                </a:lnTo>
                <a:lnTo>
                  <a:pt x="833746" y="416873"/>
                </a:lnTo>
                <a:lnTo>
                  <a:pt x="833746" y="341078"/>
                </a:lnTo>
                <a:lnTo>
                  <a:pt x="871643" y="303180"/>
                </a:ln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79331" y="3572377"/>
            <a:ext cx="985336" cy="416873"/>
          </a:xfrm>
          <a:custGeom>
            <a:avLst/>
            <a:gdLst/>
            <a:ahLst/>
            <a:cxnLst/>
            <a:rect l="0" t="0" r="0" b="0"/>
            <a:pathLst>
              <a:path w="985336" h="416873">
                <a:moveTo>
                  <a:pt x="265282" y="0"/>
                </a:moveTo>
                <a:lnTo>
                  <a:pt x="227385" y="37897"/>
                </a:lnTo>
                <a:lnTo>
                  <a:pt x="0" y="37897"/>
                </a:lnTo>
                <a:lnTo>
                  <a:pt x="0" y="0"/>
                </a:lnTo>
                <a:lnTo>
                  <a:pt x="265282" y="0"/>
                </a:lnTo>
                <a:close/>
                <a:moveTo>
                  <a:pt x="416873" y="75795"/>
                </a:moveTo>
                <a:lnTo>
                  <a:pt x="378975" y="113692"/>
                </a:lnTo>
                <a:lnTo>
                  <a:pt x="227385" y="113692"/>
                </a:lnTo>
                <a:lnTo>
                  <a:pt x="265282" y="75795"/>
                </a:lnTo>
                <a:lnTo>
                  <a:pt x="416873" y="75795"/>
                </a:lnTo>
                <a:close/>
                <a:moveTo>
                  <a:pt x="568463" y="151590"/>
                </a:moveTo>
                <a:lnTo>
                  <a:pt x="530565" y="189487"/>
                </a:lnTo>
                <a:lnTo>
                  <a:pt x="378975" y="189487"/>
                </a:lnTo>
                <a:lnTo>
                  <a:pt x="416873" y="151590"/>
                </a:lnTo>
                <a:lnTo>
                  <a:pt x="568463" y="151590"/>
                </a:lnTo>
                <a:close/>
                <a:moveTo>
                  <a:pt x="720053" y="227385"/>
                </a:moveTo>
                <a:lnTo>
                  <a:pt x="682156" y="265282"/>
                </a:lnTo>
                <a:lnTo>
                  <a:pt x="530565" y="265282"/>
                </a:lnTo>
                <a:lnTo>
                  <a:pt x="568463" y="227385"/>
                </a:lnTo>
                <a:lnTo>
                  <a:pt x="720053" y="227385"/>
                </a:lnTo>
                <a:close/>
                <a:moveTo>
                  <a:pt x="871643" y="303180"/>
                </a:moveTo>
                <a:lnTo>
                  <a:pt x="833746" y="341078"/>
                </a:lnTo>
                <a:lnTo>
                  <a:pt x="682156" y="341078"/>
                </a:lnTo>
                <a:lnTo>
                  <a:pt x="720053" y="303180"/>
                </a:lnTo>
                <a:lnTo>
                  <a:pt x="871643" y="303180"/>
                </a:lnTo>
                <a:close/>
                <a:moveTo>
                  <a:pt x="985336" y="378975"/>
                </a:moveTo>
                <a:lnTo>
                  <a:pt x="985336" y="416873"/>
                </a:lnTo>
                <a:lnTo>
                  <a:pt x="833746" y="416873"/>
                </a:lnTo>
                <a:lnTo>
                  <a:pt x="871643" y="378975"/>
                </a:lnTo>
                <a:lnTo>
                  <a:pt x="985336" y="378975"/>
                </a:lnTo>
                <a:close/>
                <a:moveTo>
                  <a:pt x="265282" y="0"/>
                </a:moveTo>
                <a:lnTo>
                  <a:pt x="265282" y="75795"/>
                </a:lnTo>
                <a:lnTo>
                  <a:pt x="227385" y="113692"/>
                </a:lnTo>
                <a:lnTo>
                  <a:pt x="227385" y="37897"/>
                </a:lnTo>
                <a:lnTo>
                  <a:pt x="265282" y="0"/>
                </a:lnTo>
                <a:close/>
                <a:moveTo>
                  <a:pt x="416873" y="75795"/>
                </a:moveTo>
                <a:lnTo>
                  <a:pt x="416873" y="151590"/>
                </a:lnTo>
                <a:lnTo>
                  <a:pt x="378975" y="189487"/>
                </a:lnTo>
                <a:lnTo>
                  <a:pt x="378975" y="113692"/>
                </a:lnTo>
                <a:lnTo>
                  <a:pt x="416873" y="75795"/>
                </a:lnTo>
                <a:close/>
                <a:moveTo>
                  <a:pt x="568463" y="151590"/>
                </a:moveTo>
                <a:lnTo>
                  <a:pt x="568463" y="227385"/>
                </a:lnTo>
                <a:lnTo>
                  <a:pt x="530565" y="265282"/>
                </a:lnTo>
                <a:lnTo>
                  <a:pt x="530565" y="189487"/>
                </a:lnTo>
                <a:lnTo>
                  <a:pt x="568463" y="151590"/>
                </a:lnTo>
                <a:close/>
                <a:moveTo>
                  <a:pt x="720053" y="227385"/>
                </a:moveTo>
                <a:lnTo>
                  <a:pt x="720053" y="303180"/>
                </a:lnTo>
                <a:lnTo>
                  <a:pt x="682156" y="341078"/>
                </a:lnTo>
                <a:lnTo>
                  <a:pt x="682156" y="265282"/>
                </a:lnTo>
                <a:lnTo>
                  <a:pt x="720053" y="227385"/>
                </a:lnTo>
                <a:close/>
                <a:moveTo>
                  <a:pt x="871643" y="303180"/>
                </a:moveTo>
                <a:lnTo>
                  <a:pt x="871643" y="378975"/>
                </a:lnTo>
                <a:lnTo>
                  <a:pt x="833746" y="416873"/>
                </a:lnTo>
                <a:lnTo>
                  <a:pt x="833746" y="341078"/>
                </a:lnTo>
                <a:lnTo>
                  <a:pt x="871643" y="303180"/>
                </a:lnTo>
                <a:close/>
              </a:path>
            </a:pathLst>
          </a:custGeom>
          <a:noFill/>
          <a:ln w="12632">
            <a:solidFill>
              <a:srgbClr val="2F333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7" name="Group 26"/>
          <p:cNvGrpSpPr/>
          <p:nvPr/>
        </p:nvGrpSpPr>
        <p:grpSpPr>
          <a:xfrm>
            <a:off x="3207687" y="3572377"/>
            <a:ext cx="1856980" cy="1227880"/>
            <a:chOff x="947438" y="3115177"/>
            <a:chExt cx="1856980" cy="1227880"/>
          </a:xfrm>
        </p:grpSpPr>
        <p:sp>
          <p:nvSpPr>
            <p:cNvPr id="25" name="Rounded Rectangle 24"/>
            <p:cNvSpPr/>
            <p:nvPr/>
          </p:nvSpPr>
          <p:spPr>
            <a:xfrm>
              <a:off x="947438" y="3115177"/>
              <a:ext cx="75795" cy="75795"/>
            </a:xfrm>
            <a:custGeom>
              <a:avLst/>
              <a:gdLst/>
              <a:ahLst/>
              <a:cxnLst/>
              <a:rect l="0" t="0" r="0" b="0"/>
              <a:pathLst>
                <a:path w="75795" h="75795">
                  <a:moveTo>
                    <a:pt x="75795" y="37897"/>
                  </a:moveTo>
                  <a:cubicBezTo>
                    <a:pt x="75795" y="58829"/>
                    <a:pt x="58829" y="75795"/>
                    <a:pt x="37897" y="75795"/>
                  </a:cubicBezTo>
                  <a:cubicBezTo>
                    <a:pt x="16965" y="75795"/>
                    <a:pt x="0" y="58829"/>
                    <a:pt x="0" y="37897"/>
                  </a:cubicBezTo>
                  <a:cubicBezTo>
                    <a:pt x="0" y="16965"/>
                    <a:pt x="16965" y="0"/>
                    <a:pt x="37897" y="0"/>
                  </a:cubicBezTo>
                  <a:cubicBezTo>
                    <a:pt x="58829" y="0"/>
                    <a:pt x="75795" y="16965"/>
                    <a:pt x="75795" y="37897"/>
                  </a:cubicBezTo>
                </a:path>
              </a:pathLst>
            </a:custGeom>
            <a:solidFill>
              <a:srgbClr val="E66B6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819082" y="3153074"/>
              <a:ext cx="985336" cy="1189983"/>
            </a:xfrm>
            <a:custGeom>
              <a:avLst/>
              <a:gdLst/>
              <a:ahLst/>
              <a:cxnLst/>
              <a:rect l="0" t="0" r="0" b="0"/>
              <a:pathLst>
                <a:path w="985336" h="1189983">
                  <a:moveTo>
                    <a:pt x="0" y="0"/>
                  </a:moveTo>
                  <a:lnTo>
                    <a:pt x="227385" y="0"/>
                  </a:lnTo>
                  <a:lnTo>
                    <a:pt x="227385" y="75795"/>
                  </a:lnTo>
                  <a:lnTo>
                    <a:pt x="378975" y="75795"/>
                  </a:lnTo>
                  <a:lnTo>
                    <a:pt x="378975" y="151590"/>
                  </a:lnTo>
                  <a:lnTo>
                    <a:pt x="530565" y="151590"/>
                  </a:lnTo>
                  <a:lnTo>
                    <a:pt x="530565" y="227385"/>
                  </a:lnTo>
                  <a:lnTo>
                    <a:pt x="682156" y="227385"/>
                  </a:lnTo>
                  <a:lnTo>
                    <a:pt x="682156" y="303180"/>
                  </a:lnTo>
                  <a:lnTo>
                    <a:pt x="833746" y="303180"/>
                  </a:lnTo>
                  <a:lnTo>
                    <a:pt x="833746" y="378975"/>
                  </a:lnTo>
                  <a:lnTo>
                    <a:pt x="985336" y="378975"/>
                  </a:lnTo>
                  <a:lnTo>
                    <a:pt x="985336" y="773110"/>
                  </a:lnTo>
                  <a:lnTo>
                    <a:pt x="795848" y="773110"/>
                  </a:lnTo>
                  <a:lnTo>
                    <a:pt x="757951" y="811007"/>
                  </a:lnTo>
                  <a:lnTo>
                    <a:pt x="757951" y="848905"/>
                  </a:lnTo>
                  <a:lnTo>
                    <a:pt x="644258" y="848905"/>
                  </a:lnTo>
                  <a:lnTo>
                    <a:pt x="606360" y="886802"/>
                  </a:lnTo>
                  <a:lnTo>
                    <a:pt x="606360" y="924700"/>
                  </a:lnTo>
                  <a:lnTo>
                    <a:pt x="492668" y="924700"/>
                  </a:lnTo>
                  <a:lnTo>
                    <a:pt x="454770" y="962597"/>
                  </a:lnTo>
                  <a:lnTo>
                    <a:pt x="454770" y="1000495"/>
                  </a:lnTo>
                  <a:lnTo>
                    <a:pt x="341078" y="1000495"/>
                  </a:lnTo>
                  <a:lnTo>
                    <a:pt x="303180" y="1038393"/>
                  </a:lnTo>
                  <a:lnTo>
                    <a:pt x="303180" y="1076290"/>
                  </a:lnTo>
                  <a:lnTo>
                    <a:pt x="189487" y="1076290"/>
                  </a:lnTo>
                  <a:lnTo>
                    <a:pt x="151590" y="1114188"/>
                  </a:lnTo>
                  <a:lnTo>
                    <a:pt x="151590" y="1152085"/>
                  </a:lnTo>
                  <a:lnTo>
                    <a:pt x="37897" y="1152085"/>
                  </a:lnTo>
                  <a:lnTo>
                    <a:pt x="0" y="1189983"/>
                  </a:lnTo>
                  <a:lnTo>
                    <a:pt x="0" y="0"/>
                  </a:lnTo>
                </a:path>
              </a:pathLst>
            </a:custGeom>
            <a:solidFill>
              <a:srgbClr val="E66B6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207687" y="3572377"/>
            <a:ext cx="1856980" cy="1227880"/>
            <a:chOff x="947438" y="3115177"/>
            <a:chExt cx="1856980" cy="1227880"/>
          </a:xfrm>
        </p:grpSpPr>
        <p:sp>
          <p:nvSpPr>
            <p:cNvPr id="28" name="Rounded Rectangle 27"/>
            <p:cNvSpPr/>
            <p:nvPr/>
          </p:nvSpPr>
          <p:spPr>
            <a:xfrm>
              <a:off x="947438" y="3115177"/>
              <a:ext cx="871643" cy="75795"/>
            </a:xfrm>
            <a:custGeom>
              <a:avLst/>
              <a:gdLst/>
              <a:ahLst/>
              <a:cxnLst/>
              <a:rect l="0" t="0" r="0" b="0"/>
              <a:pathLst>
                <a:path w="871643" h="75795">
                  <a:moveTo>
                    <a:pt x="75795" y="37897"/>
                  </a:moveTo>
                  <a:cubicBezTo>
                    <a:pt x="75795" y="58827"/>
                    <a:pt x="58827" y="75795"/>
                    <a:pt x="37897" y="75795"/>
                  </a:cubicBezTo>
                  <a:cubicBezTo>
                    <a:pt x="16967" y="75795"/>
                    <a:pt x="0" y="58827"/>
                    <a:pt x="0" y="37897"/>
                  </a:cubicBezTo>
                  <a:cubicBezTo>
                    <a:pt x="0" y="16967"/>
                    <a:pt x="16967" y="0"/>
                    <a:pt x="37897" y="0"/>
                  </a:cubicBezTo>
                  <a:cubicBezTo>
                    <a:pt x="58827" y="0"/>
                    <a:pt x="75795" y="16967"/>
                    <a:pt x="75795" y="37897"/>
                  </a:cubicBezTo>
                  <a:close/>
                  <a:moveTo>
                    <a:pt x="871643" y="37897"/>
                  </a:moveTo>
                  <a:lnTo>
                    <a:pt x="75795" y="37897"/>
                  </a:lnTo>
                </a:path>
              </a:pathLst>
            </a:custGeom>
            <a:noFill/>
            <a:ln w="12632">
              <a:solidFill>
                <a:srgbClr val="2F333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819082" y="3153074"/>
              <a:ext cx="985336" cy="1189983"/>
            </a:xfrm>
            <a:custGeom>
              <a:avLst/>
              <a:gdLst/>
              <a:ahLst/>
              <a:cxnLst/>
              <a:rect l="0" t="0" r="0" b="0"/>
              <a:pathLst>
                <a:path w="985336" h="1189983">
                  <a:moveTo>
                    <a:pt x="985336" y="454770"/>
                  </a:moveTo>
                  <a:lnTo>
                    <a:pt x="985336" y="378975"/>
                  </a:lnTo>
                  <a:lnTo>
                    <a:pt x="833746" y="378975"/>
                  </a:lnTo>
                  <a:lnTo>
                    <a:pt x="833746" y="303180"/>
                  </a:lnTo>
                  <a:lnTo>
                    <a:pt x="682156" y="303180"/>
                  </a:lnTo>
                  <a:lnTo>
                    <a:pt x="682156" y="227385"/>
                  </a:lnTo>
                  <a:lnTo>
                    <a:pt x="530565" y="227385"/>
                  </a:lnTo>
                  <a:lnTo>
                    <a:pt x="530565" y="151590"/>
                  </a:lnTo>
                  <a:lnTo>
                    <a:pt x="378975" y="151590"/>
                  </a:lnTo>
                  <a:lnTo>
                    <a:pt x="378975" y="75795"/>
                  </a:lnTo>
                  <a:lnTo>
                    <a:pt x="227385" y="75795"/>
                  </a:lnTo>
                  <a:lnTo>
                    <a:pt x="227385" y="0"/>
                  </a:lnTo>
                  <a:lnTo>
                    <a:pt x="0" y="0"/>
                  </a:lnTo>
                  <a:lnTo>
                    <a:pt x="0" y="454770"/>
                  </a:lnTo>
                  <a:moveTo>
                    <a:pt x="0" y="454770"/>
                  </a:moveTo>
                  <a:lnTo>
                    <a:pt x="0" y="735212"/>
                  </a:lnTo>
                  <a:moveTo>
                    <a:pt x="985336" y="454770"/>
                  </a:moveTo>
                  <a:lnTo>
                    <a:pt x="985336" y="735212"/>
                  </a:lnTo>
                  <a:moveTo>
                    <a:pt x="985336" y="735212"/>
                  </a:moveTo>
                  <a:lnTo>
                    <a:pt x="985336" y="773110"/>
                  </a:lnTo>
                  <a:lnTo>
                    <a:pt x="795848" y="773110"/>
                  </a:lnTo>
                  <a:lnTo>
                    <a:pt x="757951" y="811007"/>
                  </a:lnTo>
                  <a:lnTo>
                    <a:pt x="757951" y="848905"/>
                  </a:lnTo>
                  <a:lnTo>
                    <a:pt x="644258" y="848905"/>
                  </a:lnTo>
                  <a:lnTo>
                    <a:pt x="606360" y="886802"/>
                  </a:lnTo>
                  <a:lnTo>
                    <a:pt x="606360" y="924700"/>
                  </a:lnTo>
                  <a:lnTo>
                    <a:pt x="492668" y="924700"/>
                  </a:lnTo>
                  <a:lnTo>
                    <a:pt x="454770" y="962597"/>
                  </a:lnTo>
                  <a:lnTo>
                    <a:pt x="454770" y="1000495"/>
                  </a:lnTo>
                  <a:lnTo>
                    <a:pt x="341078" y="1000495"/>
                  </a:lnTo>
                  <a:lnTo>
                    <a:pt x="303180" y="1038392"/>
                  </a:lnTo>
                  <a:lnTo>
                    <a:pt x="303180" y="1076290"/>
                  </a:lnTo>
                  <a:lnTo>
                    <a:pt x="189487" y="1076290"/>
                  </a:lnTo>
                  <a:lnTo>
                    <a:pt x="151590" y="1114188"/>
                  </a:lnTo>
                  <a:lnTo>
                    <a:pt x="151590" y="1152085"/>
                  </a:lnTo>
                  <a:lnTo>
                    <a:pt x="37897" y="1152085"/>
                  </a:lnTo>
                  <a:lnTo>
                    <a:pt x="0" y="1189983"/>
                  </a:lnTo>
                  <a:lnTo>
                    <a:pt x="0" y="735212"/>
                  </a:lnTo>
                </a:path>
              </a:pathLst>
            </a:custGeom>
            <a:noFill/>
            <a:ln w="12632">
              <a:solidFill>
                <a:srgbClr val="2F333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4079331" y="4383384"/>
            <a:ext cx="985336" cy="416873"/>
          </a:xfrm>
          <a:custGeom>
            <a:avLst/>
            <a:gdLst/>
            <a:ahLst/>
            <a:cxnLst/>
            <a:rect l="0" t="0" r="0" b="0"/>
            <a:pathLst>
              <a:path w="985336" h="416873">
                <a:moveTo>
                  <a:pt x="985336" y="0"/>
                </a:moveTo>
                <a:lnTo>
                  <a:pt x="985336" y="37897"/>
                </a:lnTo>
                <a:lnTo>
                  <a:pt x="757951" y="37897"/>
                </a:lnTo>
                <a:lnTo>
                  <a:pt x="795848" y="0"/>
                </a:lnTo>
                <a:lnTo>
                  <a:pt x="985336" y="0"/>
                </a:lnTo>
                <a:moveTo>
                  <a:pt x="757951" y="75795"/>
                </a:moveTo>
                <a:lnTo>
                  <a:pt x="757951" y="113692"/>
                </a:lnTo>
                <a:lnTo>
                  <a:pt x="606360" y="113692"/>
                </a:lnTo>
                <a:lnTo>
                  <a:pt x="644258" y="75795"/>
                </a:lnTo>
                <a:lnTo>
                  <a:pt x="757951" y="75795"/>
                </a:lnTo>
                <a:moveTo>
                  <a:pt x="151590" y="378975"/>
                </a:moveTo>
                <a:lnTo>
                  <a:pt x="151590" y="416873"/>
                </a:lnTo>
                <a:lnTo>
                  <a:pt x="0" y="416873"/>
                </a:lnTo>
                <a:lnTo>
                  <a:pt x="37897" y="378975"/>
                </a:lnTo>
                <a:lnTo>
                  <a:pt x="151590" y="378975"/>
                </a:lnTo>
                <a:moveTo>
                  <a:pt x="303180" y="303180"/>
                </a:moveTo>
                <a:lnTo>
                  <a:pt x="303180" y="341078"/>
                </a:lnTo>
                <a:lnTo>
                  <a:pt x="151590" y="341078"/>
                </a:lnTo>
                <a:lnTo>
                  <a:pt x="189487" y="303180"/>
                </a:lnTo>
                <a:lnTo>
                  <a:pt x="303180" y="303180"/>
                </a:lnTo>
                <a:moveTo>
                  <a:pt x="454770" y="227385"/>
                </a:moveTo>
                <a:lnTo>
                  <a:pt x="454770" y="265282"/>
                </a:lnTo>
                <a:lnTo>
                  <a:pt x="303180" y="265282"/>
                </a:lnTo>
                <a:lnTo>
                  <a:pt x="341078" y="227385"/>
                </a:lnTo>
                <a:lnTo>
                  <a:pt x="454770" y="227385"/>
                </a:lnTo>
                <a:moveTo>
                  <a:pt x="606360" y="151590"/>
                </a:moveTo>
                <a:lnTo>
                  <a:pt x="606360" y="189487"/>
                </a:lnTo>
                <a:lnTo>
                  <a:pt x="454770" y="189487"/>
                </a:lnTo>
                <a:lnTo>
                  <a:pt x="492668" y="151590"/>
                </a:lnTo>
                <a:lnTo>
                  <a:pt x="606360" y="151590"/>
                </a:ln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79331" y="4383384"/>
            <a:ext cx="985336" cy="416873"/>
          </a:xfrm>
          <a:custGeom>
            <a:avLst/>
            <a:gdLst/>
            <a:ahLst/>
            <a:cxnLst/>
            <a:rect l="0" t="0" r="0" b="0"/>
            <a:pathLst>
              <a:path w="985336" h="416873">
                <a:moveTo>
                  <a:pt x="985336" y="0"/>
                </a:moveTo>
                <a:lnTo>
                  <a:pt x="985336" y="37897"/>
                </a:lnTo>
                <a:lnTo>
                  <a:pt x="757951" y="37897"/>
                </a:lnTo>
                <a:lnTo>
                  <a:pt x="795848" y="0"/>
                </a:lnTo>
                <a:lnTo>
                  <a:pt x="985336" y="0"/>
                </a:lnTo>
                <a:close/>
                <a:moveTo>
                  <a:pt x="757951" y="75795"/>
                </a:moveTo>
                <a:lnTo>
                  <a:pt x="757951" y="113692"/>
                </a:lnTo>
                <a:lnTo>
                  <a:pt x="606360" y="113692"/>
                </a:lnTo>
                <a:lnTo>
                  <a:pt x="644258" y="75795"/>
                </a:lnTo>
                <a:lnTo>
                  <a:pt x="757951" y="75795"/>
                </a:lnTo>
                <a:close/>
                <a:moveTo>
                  <a:pt x="151590" y="378975"/>
                </a:moveTo>
                <a:lnTo>
                  <a:pt x="151590" y="416873"/>
                </a:lnTo>
                <a:lnTo>
                  <a:pt x="0" y="416873"/>
                </a:lnTo>
                <a:lnTo>
                  <a:pt x="37897" y="378975"/>
                </a:lnTo>
                <a:lnTo>
                  <a:pt x="151590" y="378975"/>
                </a:lnTo>
                <a:close/>
                <a:moveTo>
                  <a:pt x="303180" y="303180"/>
                </a:moveTo>
                <a:lnTo>
                  <a:pt x="303180" y="341078"/>
                </a:lnTo>
                <a:lnTo>
                  <a:pt x="151590" y="341078"/>
                </a:lnTo>
                <a:lnTo>
                  <a:pt x="189487" y="303180"/>
                </a:lnTo>
                <a:lnTo>
                  <a:pt x="303180" y="303180"/>
                </a:lnTo>
                <a:close/>
                <a:moveTo>
                  <a:pt x="454770" y="227385"/>
                </a:moveTo>
                <a:lnTo>
                  <a:pt x="454770" y="265282"/>
                </a:lnTo>
                <a:lnTo>
                  <a:pt x="303180" y="265282"/>
                </a:lnTo>
                <a:lnTo>
                  <a:pt x="341078" y="227385"/>
                </a:lnTo>
                <a:lnTo>
                  <a:pt x="454770" y="227385"/>
                </a:lnTo>
                <a:close/>
                <a:moveTo>
                  <a:pt x="606360" y="151590"/>
                </a:moveTo>
                <a:lnTo>
                  <a:pt x="606360" y="189487"/>
                </a:lnTo>
                <a:lnTo>
                  <a:pt x="454770" y="189487"/>
                </a:lnTo>
                <a:lnTo>
                  <a:pt x="492668" y="151590"/>
                </a:lnTo>
                <a:lnTo>
                  <a:pt x="606360" y="151590"/>
                </a:lnTo>
                <a:close/>
              </a:path>
            </a:pathLst>
          </a:custGeom>
          <a:noFill/>
          <a:ln w="12632">
            <a:solidFill>
              <a:srgbClr val="2F333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5" name="Group 34"/>
          <p:cNvGrpSpPr/>
          <p:nvPr/>
        </p:nvGrpSpPr>
        <p:grpSpPr>
          <a:xfrm>
            <a:off x="4079331" y="4383384"/>
            <a:ext cx="1856980" cy="1243039"/>
            <a:chOff x="1819082" y="3926184"/>
            <a:chExt cx="1856980" cy="1243039"/>
          </a:xfrm>
        </p:grpSpPr>
        <p:sp>
          <p:nvSpPr>
            <p:cNvPr id="33" name="Rounded Rectangle 32"/>
            <p:cNvSpPr/>
            <p:nvPr/>
          </p:nvSpPr>
          <p:spPr>
            <a:xfrm>
              <a:off x="3600267" y="3926184"/>
              <a:ext cx="75795" cy="75795"/>
            </a:xfrm>
            <a:custGeom>
              <a:avLst/>
              <a:gdLst/>
              <a:ahLst/>
              <a:cxnLst/>
              <a:rect l="0" t="0" r="0" b="0"/>
              <a:pathLst>
                <a:path w="75795" h="75795">
                  <a:moveTo>
                    <a:pt x="75795" y="37897"/>
                  </a:moveTo>
                  <a:cubicBezTo>
                    <a:pt x="75795" y="58829"/>
                    <a:pt x="58829" y="75795"/>
                    <a:pt x="37897" y="75795"/>
                  </a:cubicBezTo>
                  <a:cubicBezTo>
                    <a:pt x="16965" y="75795"/>
                    <a:pt x="0" y="58829"/>
                    <a:pt x="0" y="37897"/>
                  </a:cubicBezTo>
                  <a:cubicBezTo>
                    <a:pt x="0" y="16965"/>
                    <a:pt x="16965" y="0"/>
                    <a:pt x="37897" y="0"/>
                  </a:cubicBezTo>
                  <a:cubicBezTo>
                    <a:pt x="58829" y="0"/>
                    <a:pt x="75795" y="16965"/>
                    <a:pt x="75795" y="37897"/>
                  </a:cubicBezTo>
                </a:path>
              </a:pathLst>
            </a:custGeom>
            <a:solidFill>
              <a:srgbClr val="E98A5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819082" y="3964081"/>
              <a:ext cx="985336" cy="1205142"/>
            </a:xfrm>
            <a:custGeom>
              <a:avLst/>
              <a:gdLst/>
              <a:ahLst/>
              <a:cxnLst/>
              <a:rect l="0" t="0" r="0" b="0"/>
              <a:pathLst>
                <a:path w="985336" h="1205142">
                  <a:moveTo>
                    <a:pt x="0" y="826166"/>
                  </a:moveTo>
                  <a:lnTo>
                    <a:pt x="265282" y="826166"/>
                  </a:lnTo>
                  <a:lnTo>
                    <a:pt x="265282" y="901961"/>
                  </a:lnTo>
                  <a:lnTo>
                    <a:pt x="416873" y="901961"/>
                  </a:lnTo>
                  <a:lnTo>
                    <a:pt x="416873" y="977756"/>
                  </a:lnTo>
                  <a:lnTo>
                    <a:pt x="568463" y="977756"/>
                  </a:lnTo>
                  <a:lnTo>
                    <a:pt x="568463" y="1053552"/>
                  </a:lnTo>
                  <a:lnTo>
                    <a:pt x="720053" y="1053552"/>
                  </a:lnTo>
                  <a:lnTo>
                    <a:pt x="720053" y="1129347"/>
                  </a:lnTo>
                  <a:lnTo>
                    <a:pt x="871643" y="1129347"/>
                  </a:lnTo>
                  <a:lnTo>
                    <a:pt x="871643" y="1205142"/>
                  </a:lnTo>
                  <a:lnTo>
                    <a:pt x="985336" y="1205142"/>
                  </a:lnTo>
                  <a:lnTo>
                    <a:pt x="985336" y="0"/>
                  </a:lnTo>
                  <a:lnTo>
                    <a:pt x="757951" y="0"/>
                  </a:lnTo>
                  <a:lnTo>
                    <a:pt x="757951" y="75795"/>
                  </a:lnTo>
                  <a:lnTo>
                    <a:pt x="606360" y="75795"/>
                  </a:lnTo>
                  <a:lnTo>
                    <a:pt x="606360" y="151590"/>
                  </a:lnTo>
                  <a:lnTo>
                    <a:pt x="454770" y="151590"/>
                  </a:lnTo>
                  <a:lnTo>
                    <a:pt x="454770" y="227385"/>
                  </a:lnTo>
                  <a:lnTo>
                    <a:pt x="303180" y="227385"/>
                  </a:lnTo>
                  <a:lnTo>
                    <a:pt x="303180" y="303180"/>
                  </a:lnTo>
                  <a:lnTo>
                    <a:pt x="151590" y="303180"/>
                  </a:lnTo>
                  <a:lnTo>
                    <a:pt x="151590" y="378975"/>
                  </a:lnTo>
                  <a:lnTo>
                    <a:pt x="0" y="378975"/>
                  </a:lnTo>
                  <a:lnTo>
                    <a:pt x="0" y="826166"/>
                  </a:lnTo>
                </a:path>
              </a:pathLst>
            </a:custGeom>
            <a:solidFill>
              <a:srgbClr val="E98A5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079331" y="4383384"/>
            <a:ext cx="1856980" cy="1243039"/>
            <a:chOff x="1819082" y="3926184"/>
            <a:chExt cx="1856980" cy="1243039"/>
          </a:xfrm>
        </p:grpSpPr>
        <p:sp>
          <p:nvSpPr>
            <p:cNvPr id="36" name="Rounded Rectangle 35"/>
            <p:cNvSpPr/>
            <p:nvPr/>
          </p:nvSpPr>
          <p:spPr>
            <a:xfrm>
              <a:off x="2804419" y="3926184"/>
              <a:ext cx="871643" cy="75795"/>
            </a:xfrm>
            <a:custGeom>
              <a:avLst/>
              <a:gdLst/>
              <a:ahLst/>
              <a:cxnLst/>
              <a:rect l="0" t="0" r="0" b="0"/>
              <a:pathLst>
                <a:path w="871643" h="75795">
                  <a:moveTo>
                    <a:pt x="871643" y="37897"/>
                  </a:moveTo>
                  <a:cubicBezTo>
                    <a:pt x="871643" y="58827"/>
                    <a:pt x="854676" y="75795"/>
                    <a:pt x="833746" y="75795"/>
                  </a:cubicBezTo>
                  <a:cubicBezTo>
                    <a:pt x="812815" y="75795"/>
                    <a:pt x="795848" y="58827"/>
                    <a:pt x="795848" y="37897"/>
                  </a:cubicBezTo>
                  <a:cubicBezTo>
                    <a:pt x="795848" y="16967"/>
                    <a:pt x="812815" y="0"/>
                    <a:pt x="833746" y="0"/>
                  </a:cubicBezTo>
                  <a:cubicBezTo>
                    <a:pt x="854676" y="0"/>
                    <a:pt x="871643" y="16967"/>
                    <a:pt x="871643" y="37897"/>
                  </a:cubicBezTo>
                  <a:close/>
                  <a:moveTo>
                    <a:pt x="795848" y="37897"/>
                  </a:moveTo>
                  <a:lnTo>
                    <a:pt x="0" y="37897"/>
                  </a:lnTo>
                </a:path>
              </a:pathLst>
            </a:custGeom>
            <a:noFill/>
            <a:ln w="12632">
              <a:solidFill>
                <a:srgbClr val="2F333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819082" y="3964081"/>
              <a:ext cx="985336" cy="1205142"/>
            </a:xfrm>
            <a:custGeom>
              <a:avLst/>
              <a:gdLst/>
              <a:ahLst/>
              <a:cxnLst/>
              <a:rect l="0" t="0" r="0" b="0"/>
              <a:pathLst>
                <a:path w="985336" h="1205142">
                  <a:moveTo>
                    <a:pt x="0" y="788269"/>
                  </a:moveTo>
                  <a:lnTo>
                    <a:pt x="0" y="826167"/>
                  </a:lnTo>
                  <a:lnTo>
                    <a:pt x="265282" y="826167"/>
                  </a:lnTo>
                  <a:lnTo>
                    <a:pt x="265282" y="901962"/>
                  </a:lnTo>
                  <a:lnTo>
                    <a:pt x="416873" y="901962"/>
                  </a:lnTo>
                  <a:lnTo>
                    <a:pt x="416873" y="977757"/>
                  </a:lnTo>
                  <a:lnTo>
                    <a:pt x="568463" y="977757"/>
                  </a:lnTo>
                  <a:lnTo>
                    <a:pt x="568463" y="1053552"/>
                  </a:lnTo>
                  <a:lnTo>
                    <a:pt x="720053" y="1053552"/>
                  </a:lnTo>
                  <a:lnTo>
                    <a:pt x="720053" y="1129347"/>
                  </a:lnTo>
                  <a:lnTo>
                    <a:pt x="871643" y="1129347"/>
                  </a:lnTo>
                  <a:lnTo>
                    <a:pt x="871643" y="1205142"/>
                  </a:lnTo>
                  <a:lnTo>
                    <a:pt x="985336" y="1205142"/>
                  </a:lnTo>
                  <a:lnTo>
                    <a:pt x="985336" y="788269"/>
                  </a:lnTo>
                  <a:moveTo>
                    <a:pt x="0" y="454770"/>
                  </a:moveTo>
                  <a:lnTo>
                    <a:pt x="0" y="788269"/>
                  </a:lnTo>
                  <a:moveTo>
                    <a:pt x="985336" y="454770"/>
                  </a:moveTo>
                  <a:lnTo>
                    <a:pt x="985336" y="788269"/>
                  </a:lnTo>
                  <a:moveTo>
                    <a:pt x="0" y="454770"/>
                  </a:moveTo>
                  <a:lnTo>
                    <a:pt x="0" y="378975"/>
                  </a:lnTo>
                  <a:lnTo>
                    <a:pt x="151590" y="378975"/>
                  </a:lnTo>
                  <a:lnTo>
                    <a:pt x="151590" y="303180"/>
                  </a:lnTo>
                  <a:lnTo>
                    <a:pt x="303180" y="303180"/>
                  </a:lnTo>
                  <a:lnTo>
                    <a:pt x="303180" y="227385"/>
                  </a:lnTo>
                  <a:lnTo>
                    <a:pt x="454770" y="227385"/>
                  </a:lnTo>
                  <a:lnTo>
                    <a:pt x="454770" y="151590"/>
                  </a:lnTo>
                  <a:lnTo>
                    <a:pt x="606360" y="151590"/>
                  </a:lnTo>
                  <a:lnTo>
                    <a:pt x="606360" y="75795"/>
                  </a:lnTo>
                  <a:lnTo>
                    <a:pt x="757951" y="75795"/>
                  </a:lnTo>
                  <a:lnTo>
                    <a:pt x="757951" y="0"/>
                  </a:lnTo>
                  <a:lnTo>
                    <a:pt x="985336" y="0"/>
                  </a:lnTo>
                  <a:lnTo>
                    <a:pt x="985336" y="454770"/>
                  </a:lnTo>
                </a:path>
              </a:pathLst>
            </a:custGeom>
            <a:noFill/>
            <a:ln w="12632">
              <a:solidFill>
                <a:srgbClr val="2F333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9" name="Rounded Rectangle 38"/>
          <p:cNvSpPr/>
          <p:nvPr/>
        </p:nvSpPr>
        <p:spPr>
          <a:xfrm>
            <a:off x="4079331" y="5247450"/>
            <a:ext cx="985336" cy="416873"/>
          </a:xfrm>
          <a:custGeom>
            <a:avLst/>
            <a:gdLst/>
            <a:ahLst/>
            <a:cxnLst/>
            <a:rect l="0" t="0" r="0" b="0"/>
            <a:pathLst>
              <a:path w="985336" h="416873">
                <a:moveTo>
                  <a:pt x="265282" y="0"/>
                </a:moveTo>
                <a:lnTo>
                  <a:pt x="227385" y="37897"/>
                </a:lnTo>
                <a:lnTo>
                  <a:pt x="0" y="37897"/>
                </a:lnTo>
                <a:lnTo>
                  <a:pt x="0" y="0"/>
                </a:lnTo>
                <a:lnTo>
                  <a:pt x="265282" y="0"/>
                </a:lnTo>
                <a:moveTo>
                  <a:pt x="416873" y="75795"/>
                </a:moveTo>
                <a:lnTo>
                  <a:pt x="378975" y="113692"/>
                </a:lnTo>
                <a:lnTo>
                  <a:pt x="227385" y="113692"/>
                </a:lnTo>
                <a:lnTo>
                  <a:pt x="265282" y="75795"/>
                </a:lnTo>
                <a:lnTo>
                  <a:pt x="416873" y="75795"/>
                </a:lnTo>
                <a:moveTo>
                  <a:pt x="568463" y="151590"/>
                </a:moveTo>
                <a:lnTo>
                  <a:pt x="530565" y="189487"/>
                </a:lnTo>
                <a:lnTo>
                  <a:pt x="378975" y="189487"/>
                </a:lnTo>
                <a:lnTo>
                  <a:pt x="416873" y="151590"/>
                </a:lnTo>
                <a:lnTo>
                  <a:pt x="568463" y="151590"/>
                </a:lnTo>
                <a:moveTo>
                  <a:pt x="720053" y="227385"/>
                </a:moveTo>
                <a:lnTo>
                  <a:pt x="682156" y="265282"/>
                </a:lnTo>
                <a:lnTo>
                  <a:pt x="530565" y="265282"/>
                </a:lnTo>
                <a:lnTo>
                  <a:pt x="568463" y="227385"/>
                </a:lnTo>
                <a:lnTo>
                  <a:pt x="720053" y="227385"/>
                </a:lnTo>
                <a:moveTo>
                  <a:pt x="871643" y="303180"/>
                </a:moveTo>
                <a:lnTo>
                  <a:pt x="833746" y="341078"/>
                </a:lnTo>
                <a:lnTo>
                  <a:pt x="682156" y="341078"/>
                </a:lnTo>
                <a:lnTo>
                  <a:pt x="720053" y="303180"/>
                </a:lnTo>
                <a:lnTo>
                  <a:pt x="871643" y="303180"/>
                </a:lnTo>
                <a:moveTo>
                  <a:pt x="985336" y="378975"/>
                </a:moveTo>
                <a:lnTo>
                  <a:pt x="985336" y="416873"/>
                </a:lnTo>
                <a:lnTo>
                  <a:pt x="833746" y="416873"/>
                </a:lnTo>
                <a:lnTo>
                  <a:pt x="871643" y="378975"/>
                </a:lnTo>
                <a:lnTo>
                  <a:pt x="985336" y="378975"/>
                </a:lnTo>
                <a:moveTo>
                  <a:pt x="265282" y="0"/>
                </a:moveTo>
                <a:lnTo>
                  <a:pt x="265282" y="75795"/>
                </a:lnTo>
                <a:lnTo>
                  <a:pt x="227385" y="113692"/>
                </a:lnTo>
                <a:lnTo>
                  <a:pt x="227385" y="37897"/>
                </a:lnTo>
                <a:lnTo>
                  <a:pt x="265282" y="0"/>
                </a:lnTo>
                <a:moveTo>
                  <a:pt x="416873" y="75795"/>
                </a:moveTo>
                <a:lnTo>
                  <a:pt x="416873" y="151590"/>
                </a:lnTo>
                <a:lnTo>
                  <a:pt x="378975" y="189487"/>
                </a:lnTo>
                <a:lnTo>
                  <a:pt x="378975" y="113692"/>
                </a:lnTo>
                <a:lnTo>
                  <a:pt x="416873" y="75795"/>
                </a:lnTo>
                <a:moveTo>
                  <a:pt x="568463" y="151590"/>
                </a:moveTo>
                <a:lnTo>
                  <a:pt x="568463" y="227385"/>
                </a:lnTo>
                <a:lnTo>
                  <a:pt x="530565" y="265282"/>
                </a:lnTo>
                <a:lnTo>
                  <a:pt x="530565" y="189487"/>
                </a:lnTo>
                <a:lnTo>
                  <a:pt x="568463" y="151590"/>
                </a:lnTo>
                <a:moveTo>
                  <a:pt x="720053" y="227385"/>
                </a:moveTo>
                <a:lnTo>
                  <a:pt x="720053" y="303180"/>
                </a:lnTo>
                <a:lnTo>
                  <a:pt x="682156" y="341078"/>
                </a:lnTo>
                <a:lnTo>
                  <a:pt x="682156" y="265282"/>
                </a:lnTo>
                <a:lnTo>
                  <a:pt x="720053" y="227385"/>
                </a:lnTo>
                <a:moveTo>
                  <a:pt x="871643" y="303180"/>
                </a:moveTo>
                <a:lnTo>
                  <a:pt x="871643" y="378975"/>
                </a:lnTo>
                <a:lnTo>
                  <a:pt x="833746" y="416873"/>
                </a:lnTo>
                <a:lnTo>
                  <a:pt x="833746" y="341078"/>
                </a:lnTo>
                <a:lnTo>
                  <a:pt x="871643" y="303180"/>
                </a:ln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079331" y="5247450"/>
            <a:ext cx="985336" cy="416873"/>
          </a:xfrm>
          <a:custGeom>
            <a:avLst/>
            <a:gdLst/>
            <a:ahLst/>
            <a:cxnLst/>
            <a:rect l="0" t="0" r="0" b="0"/>
            <a:pathLst>
              <a:path w="985336" h="416873">
                <a:moveTo>
                  <a:pt x="265282" y="0"/>
                </a:moveTo>
                <a:lnTo>
                  <a:pt x="227385" y="37897"/>
                </a:lnTo>
                <a:lnTo>
                  <a:pt x="0" y="37897"/>
                </a:lnTo>
                <a:lnTo>
                  <a:pt x="0" y="0"/>
                </a:lnTo>
                <a:lnTo>
                  <a:pt x="265282" y="0"/>
                </a:lnTo>
                <a:close/>
                <a:moveTo>
                  <a:pt x="416873" y="75795"/>
                </a:moveTo>
                <a:lnTo>
                  <a:pt x="378975" y="113692"/>
                </a:lnTo>
                <a:lnTo>
                  <a:pt x="227385" y="113692"/>
                </a:lnTo>
                <a:lnTo>
                  <a:pt x="265282" y="75795"/>
                </a:lnTo>
                <a:lnTo>
                  <a:pt x="416873" y="75795"/>
                </a:lnTo>
                <a:close/>
                <a:moveTo>
                  <a:pt x="568463" y="151590"/>
                </a:moveTo>
                <a:lnTo>
                  <a:pt x="530565" y="189487"/>
                </a:lnTo>
                <a:lnTo>
                  <a:pt x="378975" y="189487"/>
                </a:lnTo>
                <a:lnTo>
                  <a:pt x="416873" y="151590"/>
                </a:lnTo>
                <a:lnTo>
                  <a:pt x="568463" y="151590"/>
                </a:lnTo>
                <a:close/>
                <a:moveTo>
                  <a:pt x="720053" y="227385"/>
                </a:moveTo>
                <a:lnTo>
                  <a:pt x="682156" y="265282"/>
                </a:lnTo>
                <a:lnTo>
                  <a:pt x="530565" y="265282"/>
                </a:lnTo>
                <a:lnTo>
                  <a:pt x="568463" y="227385"/>
                </a:lnTo>
                <a:lnTo>
                  <a:pt x="720053" y="227385"/>
                </a:lnTo>
                <a:close/>
                <a:moveTo>
                  <a:pt x="871643" y="303180"/>
                </a:moveTo>
                <a:lnTo>
                  <a:pt x="833746" y="341078"/>
                </a:lnTo>
                <a:lnTo>
                  <a:pt x="682156" y="341078"/>
                </a:lnTo>
                <a:lnTo>
                  <a:pt x="720053" y="303180"/>
                </a:lnTo>
                <a:lnTo>
                  <a:pt x="871643" y="303180"/>
                </a:lnTo>
                <a:close/>
                <a:moveTo>
                  <a:pt x="985336" y="378975"/>
                </a:moveTo>
                <a:lnTo>
                  <a:pt x="985336" y="416873"/>
                </a:lnTo>
                <a:lnTo>
                  <a:pt x="833746" y="416873"/>
                </a:lnTo>
                <a:lnTo>
                  <a:pt x="871643" y="378975"/>
                </a:lnTo>
                <a:lnTo>
                  <a:pt x="985336" y="378975"/>
                </a:lnTo>
                <a:close/>
                <a:moveTo>
                  <a:pt x="265282" y="0"/>
                </a:moveTo>
                <a:lnTo>
                  <a:pt x="265282" y="75795"/>
                </a:lnTo>
                <a:lnTo>
                  <a:pt x="227385" y="113692"/>
                </a:lnTo>
                <a:lnTo>
                  <a:pt x="227385" y="37897"/>
                </a:lnTo>
                <a:lnTo>
                  <a:pt x="265282" y="0"/>
                </a:lnTo>
                <a:close/>
                <a:moveTo>
                  <a:pt x="416873" y="75795"/>
                </a:moveTo>
                <a:lnTo>
                  <a:pt x="416873" y="151590"/>
                </a:lnTo>
                <a:lnTo>
                  <a:pt x="378975" y="189487"/>
                </a:lnTo>
                <a:lnTo>
                  <a:pt x="378975" y="113692"/>
                </a:lnTo>
                <a:lnTo>
                  <a:pt x="416873" y="75795"/>
                </a:lnTo>
                <a:close/>
                <a:moveTo>
                  <a:pt x="568463" y="151590"/>
                </a:moveTo>
                <a:lnTo>
                  <a:pt x="568463" y="227385"/>
                </a:lnTo>
                <a:lnTo>
                  <a:pt x="530565" y="265282"/>
                </a:lnTo>
                <a:lnTo>
                  <a:pt x="530565" y="189487"/>
                </a:lnTo>
                <a:lnTo>
                  <a:pt x="568463" y="151590"/>
                </a:lnTo>
                <a:close/>
                <a:moveTo>
                  <a:pt x="720053" y="227385"/>
                </a:moveTo>
                <a:lnTo>
                  <a:pt x="720053" y="303180"/>
                </a:lnTo>
                <a:lnTo>
                  <a:pt x="682156" y="341078"/>
                </a:lnTo>
                <a:lnTo>
                  <a:pt x="682156" y="265282"/>
                </a:lnTo>
                <a:lnTo>
                  <a:pt x="720053" y="227385"/>
                </a:lnTo>
                <a:close/>
                <a:moveTo>
                  <a:pt x="871643" y="303180"/>
                </a:moveTo>
                <a:lnTo>
                  <a:pt x="871643" y="378975"/>
                </a:lnTo>
                <a:lnTo>
                  <a:pt x="833746" y="416873"/>
                </a:lnTo>
                <a:lnTo>
                  <a:pt x="833746" y="341078"/>
                </a:lnTo>
                <a:lnTo>
                  <a:pt x="871643" y="303180"/>
                </a:lnTo>
                <a:close/>
              </a:path>
            </a:pathLst>
          </a:custGeom>
          <a:noFill/>
          <a:ln w="12632">
            <a:solidFill>
              <a:srgbClr val="2F333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3" name="Group 42"/>
          <p:cNvGrpSpPr/>
          <p:nvPr/>
        </p:nvGrpSpPr>
        <p:grpSpPr>
          <a:xfrm>
            <a:off x="3207687" y="5247450"/>
            <a:ext cx="1856980" cy="773109"/>
            <a:chOff x="947438" y="4790250"/>
            <a:chExt cx="1856980" cy="773109"/>
          </a:xfrm>
        </p:grpSpPr>
        <p:sp>
          <p:nvSpPr>
            <p:cNvPr id="41" name="Rounded Rectangle 40"/>
            <p:cNvSpPr/>
            <p:nvPr/>
          </p:nvSpPr>
          <p:spPr>
            <a:xfrm>
              <a:off x="947438" y="4790250"/>
              <a:ext cx="75795" cy="75795"/>
            </a:xfrm>
            <a:custGeom>
              <a:avLst/>
              <a:gdLst/>
              <a:ahLst/>
              <a:cxnLst/>
              <a:rect l="0" t="0" r="0" b="0"/>
              <a:pathLst>
                <a:path w="75795" h="75795">
                  <a:moveTo>
                    <a:pt x="75795" y="37897"/>
                  </a:moveTo>
                  <a:cubicBezTo>
                    <a:pt x="75795" y="58829"/>
                    <a:pt x="58829" y="75795"/>
                    <a:pt x="37897" y="75795"/>
                  </a:cubicBezTo>
                  <a:cubicBezTo>
                    <a:pt x="16965" y="75795"/>
                    <a:pt x="0" y="58829"/>
                    <a:pt x="0" y="37897"/>
                  </a:cubicBezTo>
                  <a:cubicBezTo>
                    <a:pt x="0" y="16965"/>
                    <a:pt x="16965" y="0"/>
                    <a:pt x="37897" y="0"/>
                  </a:cubicBezTo>
                  <a:cubicBezTo>
                    <a:pt x="58829" y="0"/>
                    <a:pt x="75795" y="16965"/>
                    <a:pt x="75795" y="37897"/>
                  </a:cubicBezTo>
                </a:path>
              </a:pathLst>
            </a:custGeom>
            <a:solidFill>
              <a:srgbClr val="E3C45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1819082" y="4828147"/>
              <a:ext cx="985336" cy="735212"/>
            </a:xfrm>
            <a:custGeom>
              <a:avLst/>
              <a:gdLst/>
              <a:ahLst/>
              <a:cxnLst/>
              <a:rect l="0" t="0" r="0" b="0"/>
              <a:pathLst>
                <a:path w="985336" h="735212">
                  <a:moveTo>
                    <a:pt x="985336" y="735212"/>
                  </a:moveTo>
                  <a:lnTo>
                    <a:pt x="0" y="735212"/>
                  </a:lnTo>
                  <a:lnTo>
                    <a:pt x="0" y="0"/>
                  </a:lnTo>
                  <a:lnTo>
                    <a:pt x="227385" y="0"/>
                  </a:lnTo>
                  <a:lnTo>
                    <a:pt x="227385" y="75795"/>
                  </a:lnTo>
                  <a:lnTo>
                    <a:pt x="378975" y="75795"/>
                  </a:lnTo>
                  <a:lnTo>
                    <a:pt x="378975" y="151590"/>
                  </a:lnTo>
                  <a:lnTo>
                    <a:pt x="530565" y="151590"/>
                  </a:lnTo>
                  <a:lnTo>
                    <a:pt x="530565" y="227385"/>
                  </a:lnTo>
                  <a:lnTo>
                    <a:pt x="682156" y="227385"/>
                  </a:lnTo>
                  <a:lnTo>
                    <a:pt x="682156" y="303180"/>
                  </a:lnTo>
                  <a:lnTo>
                    <a:pt x="833746" y="303180"/>
                  </a:lnTo>
                  <a:lnTo>
                    <a:pt x="833746" y="378975"/>
                  </a:lnTo>
                  <a:lnTo>
                    <a:pt x="985336" y="378975"/>
                  </a:lnTo>
                  <a:lnTo>
                    <a:pt x="985336" y="735212"/>
                  </a:lnTo>
                </a:path>
              </a:pathLst>
            </a:custGeom>
            <a:solidFill>
              <a:srgbClr val="E3C45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3207687" y="5247450"/>
            <a:ext cx="1856980" cy="773109"/>
            <a:chOff x="947438" y="4790250"/>
            <a:chExt cx="1856980" cy="773109"/>
          </a:xfrm>
        </p:grpSpPr>
        <p:sp>
          <p:nvSpPr>
            <p:cNvPr id="44" name="Rounded Rectangle 43"/>
            <p:cNvSpPr/>
            <p:nvPr/>
          </p:nvSpPr>
          <p:spPr>
            <a:xfrm>
              <a:off x="947438" y="4790250"/>
              <a:ext cx="871643" cy="75795"/>
            </a:xfrm>
            <a:custGeom>
              <a:avLst/>
              <a:gdLst/>
              <a:ahLst/>
              <a:cxnLst/>
              <a:rect l="0" t="0" r="0" b="0"/>
              <a:pathLst>
                <a:path w="871643" h="75795">
                  <a:moveTo>
                    <a:pt x="75795" y="37897"/>
                  </a:moveTo>
                  <a:cubicBezTo>
                    <a:pt x="75795" y="58827"/>
                    <a:pt x="58827" y="75795"/>
                    <a:pt x="37897" y="75795"/>
                  </a:cubicBezTo>
                  <a:cubicBezTo>
                    <a:pt x="16967" y="75795"/>
                    <a:pt x="0" y="58827"/>
                    <a:pt x="0" y="37897"/>
                  </a:cubicBezTo>
                  <a:cubicBezTo>
                    <a:pt x="0" y="16967"/>
                    <a:pt x="16967" y="0"/>
                    <a:pt x="37897" y="0"/>
                  </a:cubicBezTo>
                  <a:cubicBezTo>
                    <a:pt x="58827" y="0"/>
                    <a:pt x="75795" y="16967"/>
                    <a:pt x="75795" y="37897"/>
                  </a:cubicBezTo>
                  <a:close/>
                  <a:moveTo>
                    <a:pt x="871643" y="37897"/>
                  </a:moveTo>
                  <a:lnTo>
                    <a:pt x="75795" y="37897"/>
                  </a:lnTo>
                </a:path>
              </a:pathLst>
            </a:custGeom>
            <a:noFill/>
            <a:ln w="12632">
              <a:solidFill>
                <a:srgbClr val="2F333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1819082" y="4828147"/>
              <a:ext cx="985336" cy="735212"/>
            </a:xfrm>
            <a:custGeom>
              <a:avLst/>
              <a:gdLst/>
              <a:ahLst/>
              <a:cxnLst/>
              <a:rect l="0" t="0" r="0" b="0"/>
              <a:pathLst>
                <a:path w="985336" h="735212">
                  <a:moveTo>
                    <a:pt x="985336" y="454770"/>
                  </a:moveTo>
                  <a:lnTo>
                    <a:pt x="985336" y="378975"/>
                  </a:lnTo>
                  <a:lnTo>
                    <a:pt x="833746" y="378975"/>
                  </a:lnTo>
                  <a:lnTo>
                    <a:pt x="833746" y="303180"/>
                  </a:lnTo>
                  <a:lnTo>
                    <a:pt x="682156" y="303180"/>
                  </a:lnTo>
                  <a:lnTo>
                    <a:pt x="682156" y="227385"/>
                  </a:lnTo>
                  <a:lnTo>
                    <a:pt x="530565" y="227385"/>
                  </a:lnTo>
                  <a:lnTo>
                    <a:pt x="530565" y="151590"/>
                  </a:lnTo>
                  <a:lnTo>
                    <a:pt x="378975" y="151590"/>
                  </a:lnTo>
                  <a:lnTo>
                    <a:pt x="378975" y="75795"/>
                  </a:lnTo>
                  <a:lnTo>
                    <a:pt x="227385" y="75795"/>
                  </a:lnTo>
                  <a:lnTo>
                    <a:pt x="227385" y="0"/>
                  </a:lnTo>
                  <a:lnTo>
                    <a:pt x="0" y="0"/>
                  </a:lnTo>
                  <a:lnTo>
                    <a:pt x="0" y="454770"/>
                  </a:lnTo>
                  <a:moveTo>
                    <a:pt x="0" y="454770"/>
                  </a:moveTo>
                  <a:lnTo>
                    <a:pt x="0" y="583622"/>
                  </a:lnTo>
                  <a:moveTo>
                    <a:pt x="985336" y="454770"/>
                  </a:moveTo>
                  <a:lnTo>
                    <a:pt x="985336" y="583622"/>
                  </a:lnTo>
                  <a:moveTo>
                    <a:pt x="0" y="583622"/>
                  </a:moveTo>
                  <a:lnTo>
                    <a:pt x="0" y="735212"/>
                  </a:lnTo>
                  <a:lnTo>
                    <a:pt x="985336" y="735212"/>
                  </a:lnTo>
                  <a:lnTo>
                    <a:pt x="985336" y="583622"/>
                  </a:lnTo>
                </a:path>
              </a:pathLst>
            </a:custGeom>
            <a:noFill/>
            <a:ln w="12632">
              <a:solidFill>
                <a:srgbClr val="2F333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3472945" y="1553404"/>
            <a:ext cx="308662" cy="306003"/>
          </a:xfrm>
          <a:custGeom>
            <a:avLst/>
            <a:gdLst/>
            <a:ahLst/>
            <a:cxnLst/>
            <a:rect l="0" t="0" r="0" b="0"/>
            <a:pathLst>
              <a:path w="308662" h="306003">
                <a:moveTo>
                  <a:pt x="144288" y="238925"/>
                </a:moveTo>
                <a:cubicBezTo>
                  <a:pt x="144351" y="237687"/>
                  <a:pt x="143650" y="236537"/>
                  <a:pt x="142520" y="236019"/>
                </a:cubicBezTo>
                <a:cubicBezTo>
                  <a:pt x="141509" y="235406"/>
                  <a:pt x="140246" y="235406"/>
                  <a:pt x="139235" y="236019"/>
                </a:cubicBezTo>
                <a:cubicBezTo>
                  <a:pt x="119528" y="249511"/>
                  <a:pt x="96019" y="256326"/>
                  <a:pt x="72156" y="255473"/>
                </a:cubicBezTo>
                <a:cubicBezTo>
                  <a:pt x="48338" y="256421"/>
                  <a:pt x="24835" y="249738"/>
                  <a:pt x="5078" y="236398"/>
                </a:cubicBezTo>
                <a:cubicBezTo>
                  <a:pt x="4080" y="235754"/>
                  <a:pt x="2791" y="235754"/>
                  <a:pt x="1793" y="236398"/>
                </a:cubicBezTo>
                <a:cubicBezTo>
                  <a:pt x="688" y="236941"/>
                  <a:pt x="0" y="238072"/>
                  <a:pt x="25" y="239304"/>
                </a:cubicBezTo>
                <a:lnTo>
                  <a:pt x="25" y="268106"/>
                </a:lnTo>
                <a:cubicBezTo>
                  <a:pt x="25" y="288823"/>
                  <a:pt x="33122" y="306003"/>
                  <a:pt x="72156" y="306003"/>
                </a:cubicBezTo>
                <a:cubicBezTo>
                  <a:pt x="111191" y="306003"/>
                  <a:pt x="144288" y="288570"/>
                  <a:pt x="144288" y="268106"/>
                </a:cubicBezTo>
                <a:lnTo>
                  <a:pt x="144288" y="238925"/>
                </a:lnTo>
                <a:moveTo>
                  <a:pt x="25" y="204943"/>
                </a:moveTo>
                <a:cubicBezTo>
                  <a:pt x="25" y="225660"/>
                  <a:pt x="33122" y="242841"/>
                  <a:pt x="72156" y="242841"/>
                </a:cubicBezTo>
                <a:cubicBezTo>
                  <a:pt x="111191" y="242841"/>
                  <a:pt x="144288" y="225408"/>
                  <a:pt x="144288" y="204943"/>
                </a:cubicBezTo>
                <a:lnTo>
                  <a:pt x="144288" y="176141"/>
                </a:lnTo>
                <a:cubicBezTo>
                  <a:pt x="144313" y="174909"/>
                  <a:pt x="143625" y="173779"/>
                  <a:pt x="142520" y="173236"/>
                </a:cubicBezTo>
                <a:cubicBezTo>
                  <a:pt x="141509" y="172623"/>
                  <a:pt x="140246" y="172623"/>
                  <a:pt x="139235" y="173236"/>
                </a:cubicBezTo>
                <a:cubicBezTo>
                  <a:pt x="119528" y="186727"/>
                  <a:pt x="96019" y="193542"/>
                  <a:pt x="72156" y="192690"/>
                </a:cubicBezTo>
                <a:cubicBezTo>
                  <a:pt x="48338" y="193637"/>
                  <a:pt x="24835" y="186954"/>
                  <a:pt x="5078" y="173615"/>
                </a:cubicBezTo>
                <a:cubicBezTo>
                  <a:pt x="4080" y="172970"/>
                  <a:pt x="2791" y="172970"/>
                  <a:pt x="1793" y="173615"/>
                </a:cubicBezTo>
                <a:cubicBezTo>
                  <a:pt x="688" y="174158"/>
                  <a:pt x="0" y="175288"/>
                  <a:pt x="25" y="176520"/>
                </a:cubicBezTo>
                <a:lnTo>
                  <a:pt x="25" y="204943"/>
                </a:lnTo>
                <a:moveTo>
                  <a:pt x="25" y="142286"/>
                </a:moveTo>
                <a:cubicBezTo>
                  <a:pt x="25" y="163357"/>
                  <a:pt x="32320" y="180436"/>
                  <a:pt x="72156" y="180436"/>
                </a:cubicBezTo>
                <a:cubicBezTo>
                  <a:pt x="111993" y="180436"/>
                  <a:pt x="144288" y="163357"/>
                  <a:pt x="144288" y="142286"/>
                </a:cubicBezTo>
                <a:cubicBezTo>
                  <a:pt x="144288" y="121215"/>
                  <a:pt x="111993" y="104136"/>
                  <a:pt x="72156" y="104136"/>
                </a:cubicBezTo>
                <a:cubicBezTo>
                  <a:pt x="32320" y="104136"/>
                  <a:pt x="25" y="121215"/>
                  <a:pt x="25" y="142286"/>
                </a:cubicBezTo>
                <a:moveTo>
                  <a:pt x="296257" y="38952"/>
                </a:moveTo>
                <a:cubicBezTo>
                  <a:pt x="286871" y="20212"/>
                  <a:pt x="269066" y="7112"/>
                  <a:pt x="248380" y="3732"/>
                </a:cubicBezTo>
                <a:cubicBezTo>
                  <a:pt x="227694" y="353"/>
                  <a:pt x="206642" y="7112"/>
                  <a:pt x="191786" y="21898"/>
                </a:cubicBezTo>
                <a:lnTo>
                  <a:pt x="180038" y="33773"/>
                </a:lnTo>
                <a:lnTo>
                  <a:pt x="168164" y="21898"/>
                </a:lnTo>
                <a:cubicBezTo>
                  <a:pt x="153308" y="6897"/>
                  <a:pt x="132123" y="0"/>
                  <a:pt x="111286" y="3385"/>
                </a:cubicBezTo>
                <a:cubicBezTo>
                  <a:pt x="90442" y="6771"/>
                  <a:pt x="72529" y="20022"/>
                  <a:pt x="63187" y="38952"/>
                </a:cubicBezTo>
                <a:cubicBezTo>
                  <a:pt x="55077" y="55772"/>
                  <a:pt x="54528" y="75258"/>
                  <a:pt x="61671" y="92514"/>
                </a:cubicBezTo>
                <a:lnTo>
                  <a:pt x="72030" y="92514"/>
                </a:lnTo>
                <a:cubicBezTo>
                  <a:pt x="119528" y="92514"/>
                  <a:pt x="156794" y="114873"/>
                  <a:pt x="156794" y="143044"/>
                </a:cubicBezTo>
                <a:lnTo>
                  <a:pt x="156794" y="198627"/>
                </a:lnTo>
                <a:lnTo>
                  <a:pt x="175490" y="217576"/>
                </a:lnTo>
                <a:cubicBezTo>
                  <a:pt x="176646" y="218871"/>
                  <a:pt x="178301" y="219603"/>
                  <a:pt x="180038" y="219597"/>
                </a:cubicBezTo>
                <a:cubicBezTo>
                  <a:pt x="181769" y="219572"/>
                  <a:pt x="183411" y="218845"/>
                  <a:pt x="184586" y="217576"/>
                </a:cubicBezTo>
                <a:lnTo>
                  <a:pt x="284130" y="113863"/>
                </a:lnTo>
                <a:cubicBezTo>
                  <a:pt x="303786" y="94061"/>
                  <a:pt x="308662" y="63945"/>
                  <a:pt x="296257" y="3895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367848" y="2482190"/>
            <a:ext cx="303180" cy="277915"/>
          </a:xfrm>
          <a:custGeom>
            <a:avLst/>
            <a:gdLst/>
            <a:ahLst/>
            <a:cxnLst/>
            <a:rect l="0" t="0" r="0" b="0"/>
            <a:pathLst>
              <a:path w="303180" h="277915">
                <a:moveTo>
                  <a:pt x="18948" y="0"/>
                </a:moveTo>
                <a:lnTo>
                  <a:pt x="284231" y="0"/>
                </a:lnTo>
                <a:cubicBezTo>
                  <a:pt x="294337" y="0"/>
                  <a:pt x="303180" y="8842"/>
                  <a:pt x="303180" y="18948"/>
                </a:cubicBezTo>
                <a:lnTo>
                  <a:pt x="303180" y="53688"/>
                </a:lnTo>
                <a:cubicBezTo>
                  <a:pt x="303180" y="60667"/>
                  <a:pt x="297527" y="66320"/>
                  <a:pt x="290547" y="66320"/>
                </a:cubicBezTo>
                <a:lnTo>
                  <a:pt x="12632" y="66320"/>
                </a:lnTo>
                <a:cubicBezTo>
                  <a:pt x="5653" y="66320"/>
                  <a:pt x="0" y="60667"/>
                  <a:pt x="0" y="53688"/>
                </a:cubicBezTo>
                <a:lnTo>
                  <a:pt x="0" y="18948"/>
                </a:lnTo>
                <a:cubicBezTo>
                  <a:pt x="0" y="8842"/>
                  <a:pt x="8842" y="0"/>
                  <a:pt x="18948" y="0"/>
                </a:cubicBezTo>
                <a:moveTo>
                  <a:pt x="27791" y="88427"/>
                </a:moveTo>
                <a:cubicBezTo>
                  <a:pt x="22561" y="88427"/>
                  <a:pt x="18317" y="92672"/>
                  <a:pt x="18317" y="97902"/>
                </a:cubicBezTo>
                <a:lnTo>
                  <a:pt x="18317" y="230543"/>
                </a:lnTo>
                <a:cubicBezTo>
                  <a:pt x="18317" y="257248"/>
                  <a:pt x="38983" y="277915"/>
                  <a:pt x="65689" y="277915"/>
                </a:cubicBezTo>
                <a:lnTo>
                  <a:pt x="237491" y="277915"/>
                </a:lnTo>
                <a:cubicBezTo>
                  <a:pt x="264196" y="277915"/>
                  <a:pt x="284863" y="257248"/>
                  <a:pt x="284863" y="230543"/>
                </a:cubicBezTo>
                <a:lnTo>
                  <a:pt x="284863" y="97902"/>
                </a:lnTo>
                <a:cubicBezTo>
                  <a:pt x="284863" y="92672"/>
                  <a:pt x="280618" y="88427"/>
                  <a:pt x="275388" y="88427"/>
                </a:cubicBezTo>
                <a:lnTo>
                  <a:pt x="27791" y="88427"/>
                </a:lnTo>
                <a:moveTo>
                  <a:pt x="156643" y="236859"/>
                </a:moveTo>
                <a:cubicBezTo>
                  <a:pt x="155379" y="238122"/>
                  <a:pt x="154116" y="239386"/>
                  <a:pt x="151590" y="239386"/>
                </a:cubicBezTo>
                <a:cubicBezTo>
                  <a:pt x="149063" y="239386"/>
                  <a:pt x="147800" y="238122"/>
                  <a:pt x="146537" y="236859"/>
                </a:cubicBezTo>
                <a:lnTo>
                  <a:pt x="104849" y="188856"/>
                </a:lnTo>
                <a:cubicBezTo>
                  <a:pt x="103586" y="186329"/>
                  <a:pt x="102323" y="183803"/>
                  <a:pt x="103586" y="181276"/>
                </a:cubicBezTo>
                <a:cubicBezTo>
                  <a:pt x="104849" y="178750"/>
                  <a:pt x="107376" y="177486"/>
                  <a:pt x="109902" y="177486"/>
                </a:cubicBezTo>
                <a:lnTo>
                  <a:pt x="138957" y="177486"/>
                </a:lnTo>
                <a:lnTo>
                  <a:pt x="138957" y="138326"/>
                </a:lnTo>
                <a:cubicBezTo>
                  <a:pt x="138957" y="130746"/>
                  <a:pt x="144010" y="125693"/>
                  <a:pt x="151590" y="125693"/>
                </a:cubicBezTo>
                <a:cubicBezTo>
                  <a:pt x="159169" y="125693"/>
                  <a:pt x="164222" y="130746"/>
                  <a:pt x="164222" y="138326"/>
                </a:cubicBezTo>
                <a:lnTo>
                  <a:pt x="164222" y="177486"/>
                </a:lnTo>
                <a:lnTo>
                  <a:pt x="193277" y="177486"/>
                </a:lnTo>
                <a:cubicBezTo>
                  <a:pt x="195804" y="177486"/>
                  <a:pt x="198330" y="178750"/>
                  <a:pt x="199593" y="181276"/>
                </a:cubicBezTo>
                <a:cubicBezTo>
                  <a:pt x="200857" y="183803"/>
                  <a:pt x="199593" y="186329"/>
                  <a:pt x="198330" y="188856"/>
                </a:cubicBezTo>
                <a:lnTo>
                  <a:pt x="156643" y="236859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476356" y="3234457"/>
            <a:ext cx="296636" cy="300022"/>
          </a:xfrm>
          <a:custGeom>
            <a:avLst/>
            <a:gdLst/>
            <a:ahLst/>
            <a:cxnLst/>
            <a:rect l="0" t="0" r="0" b="0"/>
            <a:pathLst>
              <a:path w="296636" h="300022">
                <a:moveTo>
                  <a:pt x="88831" y="6316"/>
                </a:moveTo>
                <a:cubicBezTo>
                  <a:pt x="88831" y="2829"/>
                  <a:pt x="91661" y="0"/>
                  <a:pt x="95148" y="0"/>
                </a:cubicBezTo>
                <a:lnTo>
                  <a:pt x="290320" y="0"/>
                </a:lnTo>
                <a:cubicBezTo>
                  <a:pt x="293807" y="0"/>
                  <a:pt x="296636" y="2829"/>
                  <a:pt x="296636" y="6316"/>
                </a:cubicBezTo>
                <a:lnTo>
                  <a:pt x="296636" y="31581"/>
                </a:lnTo>
                <a:cubicBezTo>
                  <a:pt x="296636" y="35067"/>
                  <a:pt x="293807" y="37897"/>
                  <a:pt x="290320" y="37897"/>
                </a:cubicBezTo>
                <a:cubicBezTo>
                  <a:pt x="283701" y="37897"/>
                  <a:pt x="277688" y="43910"/>
                  <a:pt x="277688" y="50530"/>
                </a:cubicBezTo>
                <a:cubicBezTo>
                  <a:pt x="277688" y="57149"/>
                  <a:pt x="283701" y="63162"/>
                  <a:pt x="290320" y="63162"/>
                </a:cubicBezTo>
                <a:cubicBezTo>
                  <a:pt x="293807" y="63162"/>
                  <a:pt x="296636" y="65992"/>
                  <a:pt x="296636" y="69478"/>
                </a:cubicBezTo>
                <a:lnTo>
                  <a:pt x="296636" y="120008"/>
                </a:lnTo>
                <a:cubicBezTo>
                  <a:pt x="296636" y="123495"/>
                  <a:pt x="293807" y="126325"/>
                  <a:pt x="290320" y="126325"/>
                </a:cubicBezTo>
                <a:lnTo>
                  <a:pt x="220386" y="126325"/>
                </a:lnTo>
                <a:cubicBezTo>
                  <a:pt x="221485" y="122775"/>
                  <a:pt x="222104" y="118973"/>
                  <a:pt x="222104" y="114955"/>
                </a:cubicBezTo>
                <a:cubicBezTo>
                  <a:pt x="222104" y="102740"/>
                  <a:pt x="216344" y="92596"/>
                  <a:pt x="209005" y="85042"/>
                </a:cubicBezTo>
                <a:cubicBezTo>
                  <a:pt x="208316" y="84328"/>
                  <a:pt x="207609" y="83633"/>
                  <a:pt x="206882" y="82957"/>
                </a:cubicBezTo>
                <a:lnTo>
                  <a:pt x="206882" y="36520"/>
                </a:lnTo>
                <a:cubicBezTo>
                  <a:pt x="206882" y="31290"/>
                  <a:pt x="202638" y="27046"/>
                  <a:pt x="197408" y="27046"/>
                </a:cubicBezTo>
                <a:cubicBezTo>
                  <a:pt x="192178" y="27046"/>
                  <a:pt x="187933" y="31290"/>
                  <a:pt x="187933" y="36520"/>
                </a:cubicBezTo>
                <a:lnTo>
                  <a:pt x="187933" y="70072"/>
                </a:lnTo>
                <a:cubicBezTo>
                  <a:pt x="185938" y="69061"/>
                  <a:pt x="183916" y="68108"/>
                  <a:pt x="181870" y="67217"/>
                </a:cubicBezTo>
                <a:cubicBezTo>
                  <a:pt x="174707" y="64141"/>
                  <a:pt x="167317" y="61627"/>
                  <a:pt x="159763" y="59701"/>
                </a:cubicBezTo>
                <a:lnTo>
                  <a:pt x="159763" y="36507"/>
                </a:lnTo>
                <a:cubicBezTo>
                  <a:pt x="159763" y="31278"/>
                  <a:pt x="155518" y="27033"/>
                  <a:pt x="150289" y="27033"/>
                </a:cubicBezTo>
                <a:cubicBezTo>
                  <a:pt x="145059" y="27033"/>
                  <a:pt x="140814" y="31278"/>
                  <a:pt x="140814" y="36507"/>
                </a:cubicBezTo>
                <a:lnTo>
                  <a:pt x="140814" y="55785"/>
                </a:lnTo>
                <a:cubicBezTo>
                  <a:pt x="129786" y="54086"/>
                  <a:pt x="118650" y="53176"/>
                  <a:pt x="107490" y="53069"/>
                </a:cubicBezTo>
                <a:cubicBezTo>
                  <a:pt x="107685" y="52235"/>
                  <a:pt x="107780" y="51376"/>
                  <a:pt x="107780" y="50517"/>
                </a:cubicBezTo>
                <a:cubicBezTo>
                  <a:pt x="107780" y="43898"/>
                  <a:pt x="101767" y="37884"/>
                  <a:pt x="95148" y="37884"/>
                </a:cubicBezTo>
                <a:cubicBezTo>
                  <a:pt x="91661" y="37884"/>
                  <a:pt x="88831" y="35055"/>
                  <a:pt x="88831" y="31568"/>
                </a:cubicBezTo>
                <a:lnTo>
                  <a:pt x="88831" y="6303"/>
                </a:lnTo>
                <a:moveTo>
                  <a:pt x="254002" y="36520"/>
                </a:moveTo>
                <a:cubicBezTo>
                  <a:pt x="254002" y="31290"/>
                  <a:pt x="249757" y="27046"/>
                  <a:pt x="244527" y="27046"/>
                </a:cubicBezTo>
                <a:cubicBezTo>
                  <a:pt x="239297" y="27046"/>
                  <a:pt x="235053" y="31290"/>
                  <a:pt x="235053" y="36520"/>
                </a:cubicBezTo>
                <a:lnTo>
                  <a:pt x="235053" y="89817"/>
                </a:lnTo>
                <a:cubicBezTo>
                  <a:pt x="235053" y="95047"/>
                  <a:pt x="239297" y="99291"/>
                  <a:pt x="244527" y="99291"/>
                </a:cubicBezTo>
                <a:cubicBezTo>
                  <a:pt x="249757" y="99291"/>
                  <a:pt x="254002" y="95047"/>
                  <a:pt x="254002" y="89817"/>
                </a:cubicBezTo>
                <a:lnTo>
                  <a:pt x="254002" y="36520"/>
                </a:lnTo>
                <a:moveTo>
                  <a:pt x="104622" y="157919"/>
                </a:moveTo>
                <a:cubicBezTo>
                  <a:pt x="159043" y="157919"/>
                  <a:pt x="203156" y="138679"/>
                  <a:pt x="203156" y="114968"/>
                </a:cubicBezTo>
                <a:cubicBezTo>
                  <a:pt x="203156" y="91232"/>
                  <a:pt x="159043" y="72017"/>
                  <a:pt x="104622" y="72017"/>
                </a:cubicBezTo>
                <a:cubicBezTo>
                  <a:pt x="50201" y="72017"/>
                  <a:pt x="6088" y="91219"/>
                  <a:pt x="6088" y="114955"/>
                </a:cubicBezTo>
                <a:cubicBezTo>
                  <a:pt x="6088" y="138667"/>
                  <a:pt x="50201" y="157906"/>
                  <a:pt x="104622" y="157906"/>
                </a:cubicBezTo>
                <a:moveTo>
                  <a:pt x="104622" y="176867"/>
                </a:moveTo>
                <a:cubicBezTo>
                  <a:pt x="133803" y="176867"/>
                  <a:pt x="161127" y="171739"/>
                  <a:pt x="181870" y="162694"/>
                </a:cubicBezTo>
                <a:cubicBezTo>
                  <a:pt x="192203" y="158197"/>
                  <a:pt x="201766" y="152335"/>
                  <a:pt x="209017" y="144882"/>
                </a:cubicBezTo>
                <a:lnTo>
                  <a:pt x="209017" y="255113"/>
                </a:lnTo>
                <a:cubicBezTo>
                  <a:pt x="209232" y="280189"/>
                  <a:pt x="162289" y="300022"/>
                  <a:pt x="104622" y="300022"/>
                </a:cubicBezTo>
                <a:cubicBezTo>
                  <a:pt x="46955" y="300022"/>
                  <a:pt x="0" y="280189"/>
                  <a:pt x="0" y="255113"/>
                </a:cubicBezTo>
                <a:lnTo>
                  <a:pt x="0" y="144642"/>
                </a:lnTo>
                <a:cubicBezTo>
                  <a:pt x="7478" y="152335"/>
                  <a:pt x="17028" y="158197"/>
                  <a:pt x="27387" y="162694"/>
                </a:cubicBezTo>
                <a:cubicBezTo>
                  <a:pt x="48104" y="171739"/>
                  <a:pt x="75441" y="176855"/>
                  <a:pt x="104622" y="176855"/>
                </a:cubicBezTo>
                <a:moveTo>
                  <a:pt x="88465" y="230038"/>
                </a:moveTo>
                <a:lnTo>
                  <a:pt x="92583" y="237112"/>
                </a:lnTo>
                <a:cubicBezTo>
                  <a:pt x="95078" y="241394"/>
                  <a:pt x="99664" y="244028"/>
                  <a:pt x="104622" y="244028"/>
                </a:cubicBezTo>
                <a:cubicBezTo>
                  <a:pt x="109580" y="244028"/>
                  <a:pt x="114166" y="241394"/>
                  <a:pt x="116661" y="237112"/>
                </a:cubicBezTo>
                <a:lnTo>
                  <a:pt x="120792" y="230038"/>
                </a:lnTo>
                <a:lnTo>
                  <a:pt x="120792" y="265308"/>
                </a:lnTo>
                <a:cubicBezTo>
                  <a:pt x="120792" y="270538"/>
                  <a:pt x="125036" y="274782"/>
                  <a:pt x="130266" y="274782"/>
                </a:cubicBezTo>
                <a:cubicBezTo>
                  <a:pt x="135496" y="274782"/>
                  <a:pt x="139740" y="270538"/>
                  <a:pt x="139740" y="265308"/>
                </a:cubicBezTo>
                <a:lnTo>
                  <a:pt x="139740" y="207046"/>
                </a:lnTo>
                <a:cubicBezTo>
                  <a:pt x="139753" y="201280"/>
                  <a:pt x="135894" y="196227"/>
                  <a:pt x="130329" y="194723"/>
                </a:cubicBezTo>
                <a:cubicBezTo>
                  <a:pt x="124765" y="193220"/>
                  <a:pt x="118884" y="195646"/>
                  <a:pt x="115991" y="200629"/>
                </a:cubicBezTo>
                <a:lnTo>
                  <a:pt x="104622" y="220134"/>
                </a:lnTo>
                <a:lnTo>
                  <a:pt x="93253" y="200629"/>
                </a:lnTo>
                <a:cubicBezTo>
                  <a:pt x="90360" y="195646"/>
                  <a:pt x="84479" y="193220"/>
                  <a:pt x="78915" y="194723"/>
                </a:cubicBezTo>
                <a:cubicBezTo>
                  <a:pt x="73350" y="196227"/>
                  <a:pt x="69491" y="201280"/>
                  <a:pt x="69504" y="207046"/>
                </a:cubicBezTo>
                <a:lnTo>
                  <a:pt x="69504" y="265308"/>
                </a:lnTo>
                <a:cubicBezTo>
                  <a:pt x="69504" y="270538"/>
                  <a:pt x="73748" y="274782"/>
                  <a:pt x="78978" y="274782"/>
                </a:cubicBezTo>
                <a:cubicBezTo>
                  <a:pt x="84208" y="274782"/>
                  <a:pt x="88452" y="270538"/>
                  <a:pt x="88452" y="265308"/>
                </a:cubicBezTo>
                <a:lnTo>
                  <a:pt x="88452" y="23005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374164" y="4042306"/>
            <a:ext cx="289284" cy="303717"/>
          </a:xfrm>
          <a:custGeom>
            <a:avLst/>
            <a:gdLst/>
            <a:ahLst/>
            <a:cxnLst/>
            <a:rect l="0" t="0" r="0" b="0"/>
            <a:pathLst>
              <a:path w="289284" h="303717">
                <a:moveTo>
                  <a:pt x="289284" y="18948"/>
                </a:moveTo>
                <a:cubicBezTo>
                  <a:pt x="289284" y="8482"/>
                  <a:pt x="280801" y="0"/>
                  <a:pt x="270335" y="0"/>
                </a:cubicBezTo>
                <a:lnTo>
                  <a:pt x="49266" y="0"/>
                </a:lnTo>
                <a:cubicBezTo>
                  <a:pt x="38800" y="0"/>
                  <a:pt x="30318" y="8482"/>
                  <a:pt x="30318" y="18948"/>
                </a:cubicBezTo>
                <a:lnTo>
                  <a:pt x="30318" y="28423"/>
                </a:lnTo>
                <a:cubicBezTo>
                  <a:pt x="30318" y="31909"/>
                  <a:pt x="33147" y="34739"/>
                  <a:pt x="36634" y="34739"/>
                </a:cubicBezTo>
                <a:lnTo>
                  <a:pt x="48635" y="34739"/>
                </a:lnTo>
                <a:cubicBezTo>
                  <a:pt x="53865" y="34739"/>
                  <a:pt x="58109" y="38983"/>
                  <a:pt x="58109" y="44213"/>
                </a:cubicBezTo>
                <a:cubicBezTo>
                  <a:pt x="58109" y="49443"/>
                  <a:pt x="53865" y="53688"/>
                  <a:pt x="48635" y="53688"/>
                </a:cubicBezTo>
                <a:lnTo>
                  <a:pt x="10737" y="53688"/>
                </a:lnTo>
                <a:cubicBezTo>
                  <a:pt x="5507" y="53688"/>
                  <a:pt x="1263" y="57932"/>
                  <a:pt x="1263" y="63162"/>
                </a:cubicBezTo>
                <a:cubicBezTo>
                  <a:pt x="1263" y="68392"/>
                  <a:pt x="5507" y="72636"/>
                  <a:pt x="10737" y="72636"/>
                </a:cubicBezTo>
                <a:lnTo>
                  <a:pt x="23370" y="72636"/>
                </a:lnTo>
                <a:cubicBezTo>
                  <a:pt x="26856" y="72636"/>
                  <a:pt x="29686" y="75466"/>
                  <a:pt x="29686" y="78953"/>
                </a:cubicBezTo>
                <a:lnTo>
                  <a:pt x="29686" y="129483"/>
                </a:lnTo>
                <a:cubicBezTo>
                  <a:pt x="29686" y="132969"/>
                  <a:pt x="32516" y="135799"/>
                  <a:pt x="36002" y="135799"/>
                </a:cubicBezTo>
                <a:lnTo>
                  <a:pt x="48003" y="135799"/>
                </a:lnTo>
                <a:cubicBezTo>
                  <a:pt x="53233" y="135799"/>
                  <a:pt x="57477" y="140044"/>
                  <a:pt x="57477" y="145273"/>
                </a:cubicBezTo>
                <a:cubicBezTo>
                  <a:pt x="57477" y="150503"/>
                  <a:pt x="53233" y="154748"/>
                  <a:pt x="48003" y="154748"/>
                </a:cubicBezTo>
                <a:lnTo>
                  <a:pt x="10106" y="154748"/>
                </a:lnTo>
                <a:cubicBezTo>
                  <a:pt x="4876" y="154748"/>
                  <a:pt x="631" y="158992"/>
                  <a:pt x="631" y="164222"/>
                </a:cubicBezTo>
                <a:cubicBezTo>
                  <a:pt x="631" y="169452"/>
                  <a:pt x="4876" y="173697"/>
                  <a:pt x="10106" y="173697"/>
                </a:cubicBezTo>
                <a:lnTo>
                  <a:pt x="22738" y="173697"/>
                </a:lnTo>
                <a:cubicBezTo>
                  <a:pt x="26225" y="173697"/>
                  <a:pt x="29054" y="176526"/>
                  <a:pt x="29054" y="180013"/>
                </a:cubicBezTo>
                <a:lnTo>
                  <a:pt x="29054" y="230543"/>
                </a:lnTo>
                <a:cubicBezTo>
                  <a:pt x="29054" y="234030"/>
                  <a:pt x="31884" y="236859"/>
                  <a:pt x="35371" y="236859"/>
                </a:cubicBezTo>
                <a:lnTo>
                  <a:pt x="47371" y="236859"/>
                </a:lnTo>
                <a:cubicBezTo>
                  <a:pt x="52601" y="236859"/>
                  <a:pt x="56846" y="241104"/>
                  <a:pt x="56846" y="246334"/>
                </a:cubicBezTo>
                <a:cubicBezTo>
                  <a:pt x="56846" y="251563"/>
                  <a:pt x="52601" y="255808"/>
                  <a:pt x="47371" y="255808"/>
                </a:cubicBezTo>
                <a:lnTo>
                  <a:pt x="9474" y="255808"/>
                </a:lnTo>
                <a:cubicBezTo>
                  <a:pt x="4244" y="255808"/>
                  <a:pt x="0" y="260053"/>
                  <a:pt x="0" y="265282"/>
                </a:cubicBezTo>
                <a:cubicBezTo>
                  <a:pt x="0" y="270512"/>
                  <a:pt x="4244" y="274757"/>
                  <a:pt x="9474" y="274757"/>
                </a:cubicBezTo>
                <a:lnTo>
                  <a:pt x="22106" y="274757"/>
                </a:lnTo>
                <a:cubicBezTo>
                  <a:pt x="25593" y="274757"/>
                  <a:pt x="28423" y="277586"/>
                  <a:pt x="28423" y="281073"/>
                </a:cubicBezTo>
                <a:lnTo>
                  <a:pt x="28423" y="284231"/>
                </a:lnTo>
                <a:cubicBezTo>
                  <a:pt x="28397" y="289600"/>
                  <a:pt x="30652" y="294735"/>
                  <a:pt x="34625" y="298348"/>
                </a:cubicBezTo>
                <a:cubicBezTo>
                  <a:pt x="38598" y="301961"/>
                  <a:pt x="43923" y="303717"/>
                  <a:pt x="49266" y="303180"/>
                </a:cubicBezTo>
                <a:lnTo>
                  <a:pt x="270335" y="303180"/>
                </a:lnTo>
                <a:cubicBezTo>
                  <a:pt x="280801" y="303180"/>
                  <a:pt x="289284" y="294697"/>
                  <a:pt x="289284" y="284231"/>
                </a:cubicBezTo>
                <a:lnTo>
                  <a:pt x="289284" y="18948"/>
                </a:lnTo>
                <a:moveTo>
                  <a:pt x="137694" y="129104"/>
                </a:moveTo>
                <a:cubicBezTo>
                  <a:pt x="135527" y="130165"/>
                  <a:pt x="134151" y="132376"/>
                  <a:pt x="134157" y="134788"/>
                </a:cubicBezTo>
                <a:lnTo>
                  <a:pt x="134157" y="221069"/>
                </a:lnTo>
                <a:cubicBezTo>
                  <a:pt x="134157" y="226298"/>
                  <a:pt x="129912" y="230543"/>
                  <a:pt x="124682" y="230543"/>
                </a:cubicBezTo>
                <a:cubicBezTo>
                  <a:pt x="119453" y="230543"/>
                  <a:pt x="115208" y="226298"/>
                  <a:pt x="115208" y="221069"/>
                </a:cubicBezTo>
                <a:lnTo>
                  <a:pt x="115208" y="134788"/>
                </a:lnTo>
                <a:cubicBezTo>
                  <a:pt x="115221" y="132338"/>
                  <a:pt x="113787" y="130108"/>
                  <a:pt x="111545" y="129104"/>
                </a:cubicBezTo>
                <a:cubicBezTo>
                  <a:pt x="100548" y="124101"/>
                  <a:pt x="93486" y="113143"/>
                  <a:pt x="93480" y="101060"/>
                </a:cubicBezTo>
                <a:lnTo>
                  <a:pt x="93480" y="84637"/>
                </a:lnTo>
                <a:cubicBezTo>
                  <a:pt x="93480" y="67546"/>
                  <a:pt x="107338" y="53688"/>
                  <a:pt x="124430" y="53688"/>
                </a:cubicBezTo>
                <a:cubicBezTo>
                  <a:pt x="141522" y="53688"/>
                  <a:pt x="155379" y="67546"/>
                  <a:pt x="155379" y="84637"/>
                </a:cubicBezTo>
                <a:lnTo>
                  <a:pt x="155379" y="101060"/>
                </a:lnTo>
                <a:cubicBezTo>
                  <a:pt x="155367" y="113098"/>
                  <a:pt x="148368" y="124045"/>
                  <a:pt x="137441" y="129104"/>
                </a:cubicBezTo>
                <a:moveTo>
                  <a:pt x="254797" y="97902"/>
                </a:moveTo>
                <a:cubicBezTo>
                  <a:pt x="255138" y="116162"/>
                  <a:pt x="244186" y="132736"/>
                  <a:pt x="227259" y="139589"/>
                </a:cubicBezTo>
                <a:cubicBezTo>
                  <a:pt x="224833" y="140562"/>
                  <a:pt x="223235" y="142911"/>
                  <a:pt x="223216" y="145526"/>
                </a:cubicBezTo>
                <a:lnTo>
                  <a:pt x="223216" y="221321"/>
                </a:lnTo>
                <a:cubicBezTo>
                  <a:pt x="223216" y="226551"/>
                  <a:pt x="218972" y="230796"/>
                  <a:pt x="213742" y="230796"/>
                </a:cubicBezTo>
                <a:cubicBezTo>
                  <a:pt x="208512" y="230796"/>
                  <a:pt x="204267" y="226551"/>
                  <a:pt x="204267" y="221321"/>
                </a:cubicBezTo>
                <a:lnTo>
                  <a:pt x="204267" y="145526"/>
                </a:lnTo>
                <a:cubicBezTo>
                  <a:pt x="204229" y="142880"/>
                  <a:pt x="202575" y="140524"/>
                  <a:pt x="200099" y="139589"/>
                </a:cubicBezTo>
                <a:cubicBezTo>
                  <a:pt x="183222" y="132698"/>
                  <a:pt x="172326" y="116130"/>
                  <a:pt x="172686" y="97902"/>
                </a:cubicBezTo>
                <a:lnTo>
                  <a:pt x="172686" y="63162"/>
                </a:lnTo>
                <a:cubicBezTo>
                  <a:pt x="172686" y="57932"/>
                  <a:pt x="176931" y="53688"/>
                  <a:pt x="182160" y="53688"/>
                </a:cubicBezTo>
                <a:cubicBezTo>
                  <a:pt x="187390" y="53688"/>
                  <a:pt x="191635" y="57932"/>
                  <a:pt x="191635" y="63162"/>
                </a:cubicBezTo>
                <a:lnTo>
                  <a:pt x="191635" y="97902"/>
                </a:lnTo>
                <a:cubicBezTo>
                  <a:pt x="191559" y="104786"/>
                  <a:pt x="194136" y="111437"/>
                  <a:pt x="198835" y="116471"/>
                </a:cubicBezTo>
                <a:cubicBezTo>
                  <a:pt x="199675" y="117457"/>
                  <a:pt x="201065" y="117766"/>
                  <a:pt x="202246" y="117229"/>
                </a:cubicBezTo>
                <a:cubicBezTo>
                  <a:pt x="203471" y="116793"/>
                  <a:pt x="204286" y="115625"/>
                  <a:pt x="204267" y="114324"/>
                </a:cubicBezTo>
                <a:lnTo>
                  <a:pt x="204267" y="63162"/>
                </a:lnTo>
                <a:cubicBezTo>
                  <a:pt x="204267" y="57932"/>
                  <a:pt x="208512" y="53688"/>
                  <a:pt x="213742" y="53688"/>
                </a:cubicBezTo>
                <a:cubicBezTo>
                  <a:pt x="218972" y="53688"/>
                  <a:pt x="223216" y="57932"/>
                  <a:pt x="223216" y="63162"/>
                </a:cubicBezTo>
                <a:lnTo>
                  <a:pt x="223216" y="114324"/>
                </a:lnTo>
                <a:cubicBezTo>
                  <a:pt x="223235" y="115606"/>
                  <a:pt x="224025" y="116749"/>
                  <a:pt x="225212" y="117217"/>
                </a:cubicBezTo>
                <a:cubicBezTo>
                  <a:pt x="226406" y="117690"/>
                  <a:pt x="227757" y="117393"/>
                  <a:pt x="228648" y="116471"/>
                </a:cubicBezTo>
                <a:cubicBezTo>
                  <a:pt x="233347" y="111437"/>
                  <a:pt x="235924" y="104786"/>
                  <a:pt x="235849" y="97902"/>
                </a:cubicBezTo>
                <a:lnTo>
                  <a:pt x="235849" y="63162"/>
                </a:lnTo>
                <a:cubicBezTo>
                  <a:pt x="235849" y="57932"/>
                  <a:pt x="240093" y="53688"/>
                  <a:pt x="245323" y="53688"/>
                </a:cubicBezTo>
                <a:cubicBezTo>
                  <a:pt x="250553" y="53688"/>
                  <a:pt x="254797" y="57932"/>
                  <a:pt x="254797" y="63162"/>
                </a:cubicBezTo>
                <a:lnTo>
                  <a:pt x="254797" y="9790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472970" y="4906372"/>
            <a:ext cx="297186" cy="303180"/>
          </a:xfrm>
          <a:custGeom>
            <a:avLst/>
            <a:gdLst/>
            <a:ahLst/>
            <a:cxnLst/>
            <a:rect l="0" t="0" r="0" b="0"/>
            <a:pathLst>
              <a:path w="297186" h="303180">
                <a:moveTo>
                  <a:pt x="132641" y="246334"/>
                </a:moveTo>
                <a:lnTo>
                  <a:pt x="31581" y="246334"/>
                </a:lnTo>
                <a:cubicBezTo>
                  <a:pt x="28094" y="246334"/>
                  <a:pt x="25265" y="243504"/>
                  <a:pt x="25265" y="240017"/>
                </a:cubicBezTo>
                <a:lnTo>
                  <a:pt x="25265" y="44213"/>
                </a:lnTo>
                <a:cubicBezTo>
                  <a:pt x="25265" y="40727"/>
                  <a:pt x="28094" y="37897"/>
                  <a:pt x="31581" y="37897"/>
                </a:cubicBezTo>
                <a:lnTo>
                  <a:pt x="170539" y="37897"/>
                </a:lnTo>
                <a:cubicBezTo>
                  <a:pt x="174025" y="37897"/>
                  <a:pt x="176855" y="40727"/>
                  <a:pt x="176855" y="44213"/>
                </a:cubicBezTo>
                <a:lnTo>
                  <a:pt x="176855" y="170539"/>
                </a:lnTo>
                <a:lnTo>
                  <a:pt x="202120" y="170539"/>
                </a:lnTo>
                <a:lnTo>
                  <a:pt x="202120" y="37897"/>
                </a:lnTo>
                <a:cubicBezTo>
                  <a:pt x="202120" y="16965"/>
                  <a:pt x="185154" y="0"/>
                  <a:pt x="164222" y="0"/>
                </a:cubicBezTo>
                <a:lnTo>
                  <a:pt x="37897" y="0"/>
                </a:lnTo>
                <a:cubicBezTo>
                  <a:pt x="16965" y="0"/>
                  <a:pt x="0" y="16965"/>
                  <a:pt x="0" y="37897"/>
                </a:cubicBezTo>
                <a:lnTo>
                  <a:pt x="0" y="265282"/>
                </a:lnTo>
                <a:cubicBezTo>
                  <a:pt x="0" y="286214"/>
                  <a:pt x="16965" y="303180"/>
                  <a:pt x="37897" y="303180"/>
                </a:cubicBezTo>
                <a:lnTo>
                  <a:pt x="132641" y="303180"/>
                </a:lnTo>
                <a:lnTo>
                  <a:pt x="132641" y="246334"/>
                </a:lnTo>
                <a:moveTo>
                  <a:pt x="296864" y="198204"/>
                </a:moveTo>
                <a:cubicBezTo>
                  <a:pt x="296459" y="193018"/>
                  <a:pt x="291950" y="189127"/>
                  <a:pt x="286758" y="189487"/>
                </a:cubicBezTo>
                <a:lnTo>
                  <a:pt x="272988" y="190498"/>
                </a:lnTo>
                <a:cubicBezTo>
                  <a:pt x="271655" y="190536"/>
                  <a:pt x="270424" y="189797"/>
                  <a:pt x="269830" y="188603"/>
                </a:cubicBezTo>
                <a:cubicBezTo>
                  <a:pt x="269318" y="187403"/>
                  <a:pt x="269565" y="186013"/>
                  <a:pt x="270462" y="185066"/>
                </a:cubicBezTo>
                <a:lnTo>
                  <a:pt x="281326" y="174202"/>
                </a:lnTo>
                <a:cubicBezTo>
                  <a:pt x="283859" y="171840"/>
                  <a:pt x="284901" y="168284"/>
                  <a:pt x="284048" y="164923"/>
                </a:cubicBezTo>
                <a:cubicBezTo>
                  <a:pt x="283189" y="161569"/>
                  <a:pt x="280568" y="158948"/>
                  <a:pt x="277214" y="158089"/>
                </a:cubicBezTo>
                <a:cubicBezTo>
                  <a:pt x="273854" y="157236"/>
                  <a:pt x="270298" y="158279"/>
                  <a:pt x="267935" y="160811"/>
                </a:cubicBezTo>
                <a:lnTo>
                  <a:pt x="257071" y="171675"/>
                </a:lnTo>
                <a:cubicBezTo>
                  <a:pt x="256124" y="172572"/>
                  <a:pt x="254734" y="172819"/>
                  <a:pt x="253534" y="172307"/>
                </a:cubicBezTo>
                <a:cubicBezTo>
                  <a:pt x="252340" y="171713"/>
                  <a:pt x="251601" y="170482"/>
                  <a:pt x="251639" y="169149"/>
                </a:cubicBezTo>
                <a:lnTo>
                  <a:pt x="252650" y="155379"/>
                </a:lnTo>
                <a:cubicBezTo>
                  <a:pt x="253225" y="151830"/>
                  <a:pt x="251740" y="148255"/>
                  <a:pt x="248816" y="146158"/>
                </a:cubicBezTo>
                <a:cubicBezTo>
                  <a:pt x="245891" y="144061"/>
                  <a:pt x="242032" y="143802"/>
                  <a:pt x="238855" y="145488"/>
                </a:cubicBezTo>
                <a:cubicBezTo>
                  <a:pt x="235678" y="147175"/>
                  <a:pt x="233733" y="150522"/>
                  <a:pt x="233827" y="154116"/>
                </a:cubicBezTo>
                <a:lnTo>
                  <a:pt x="231933" y="180645"/>
                </a:lnTo>
                <a:cubicBezTo>
                  <a:pt x="231838" y="181775"/>
                  <a:pt x="231175" y="182779"/>
                  <a:pt x="230164" y="183297"/>
                </a:cubicBezTo>
                <a:cubicBezTo>
                  <a:pt x="229235" y="183866"/>
                  <a:pt x="228061" y="183866"/>
                  <a:pt x="227132" y="183297"/>
                </a:cubicBezTo>
                <a:cubicBezTo>
                  <a:pt x="218605" y="177726"/>
                  <a:pt x="207198" y="179836"/>
                  <a:pt x="201236" y="188098"/>
                </a:cubicBezTo>
                <a:lnTo>
                  <a:pt x="193782" y="199467"/>
                </a:lnTo>
                <a:lnTo>
                  <a:pt x="208815" y="214752"/>
                </a:lnTo>
                <a:cubicBezTo>
                  <a:pt x="212510" y="218454"/>
                  <a:pt x="212510" y="224441"/>
                  <a:pt x="208815" y="228143"/>
                </a:cubicBezTo>
                <a:cubicBezTo>
                  <a:pt x="205114" y="231838"/>
                  <a:pt x="199126" y="231838"/>
                  <a:pt x="195425" y="228143"/>
                </a:cubicBezTo>
                <a:lnTo>
                  <a:pt x="182792" y="215510"/>
                </a:lnTo>
                <a:lnTo>
                  <a:pt x="168391" y="237491"/>
                </a:lnTo>
                <a:lnTo>
                  <a:pt x="176981" y="246081"/>
                </a:lnTo>
                <a:cubicBezTo>
                  <a:pt x="180676" y="249782"/>
                  <a:pt x="180676" y="255770"/>
                  <a:pt x="176981" y="259471"/>
                </a:cubicBezTo>
                <a:cubicBezTo>
                  <a:pt x="173280" y="263166"/>
                  <a:pt x="167292" y="263166"/>
                  <a:pt x="163591" y="259471"/>
                </a:cubicBezTo>
                <a:lnTo>
                  <a:pt x="157653" y="253534"/>
                </a:lnTo>
                <a:lnTo>
                  <a:pt x="148558" y="267430"/>
                </a:lnTo>
                <a:cubicBezTo>
                  <a:pt x="143202" y="275060"/>
                  <a:pt x="144193" y="285457"/>
                  <a:pt x="150895" y="291937"/>
                </a:cubicBezTo>
                <a:cubicBezTo>
                  <a:pt x="157596" y="298417"/>
                  <a:pt x="168018" y="299062"/>
                  <a:pt x="175465" y="293453"/>
                </a:cubicBezTo>
                <a:lnTo>
                  <a:pt x="254545" y="240775"/>
                </a:lnTo>
                <a:cubicBezTo>
                  <a:pt x="262276" y="234712"/>
                  <a:pt x="264082" y="223740"/>
                  <a:pt x="258713" y="215510"/>
                </a:cubicBezTo>
                <a:cubicBezTo>
                  <a:pt x="258196" y="214563"/>
                  <a:pt x="258196" y="213426"/>
                  <a:pt x="258713" y="212478"/>
                </a:cubicBezTo>
                <a:cubicBezTo>
                  <a:pt x="259194" y="211487"/>
                  <a:pt x="260147" y="210817"/>
                  <a:pt x="261240" y="210710"/>
                </a:cubicBezTo>
                <a:lnTo>
                  <a:pt x="287768" y="208815"/>
                </a:lnTo>
                <a:cubicBezTo>
                  <a:pt x="290427" y="208727"/>
                  <a:pt x="292922" y="207527"/>
                  <a:pt x="294653" y="205512"/>
                </a:cubicBezTo>
                <a:cubicBezTo>
                  <a:pt x="296384" y="203497"/>
                  <a:pt x="297186" y="200844"/>
                  <a:pt x="296864" y="198204"/>
                </a:cubicBezTo>
                <a:moveTo>
                  <a:pt x="77942" y="75795"/>
                </a:moveTo>
                <a:cubicBezTo>
                  <a:pt x="87195" y="75864"/>
                  <a:pt x="94674" y="83343"/>
                  <a:pt x="94743" y="92596"/>
                </a:cubicBezTo>
                <a:lnTo>
                  <a:pt x="94743" y="115840"/>
                </a:lnTo>
                <a:cubicBezTo>
                  <a:pt x="94674" y="125093"/>
                  <a:pt x="87195" y="132571"/>
                  <a:pt x="77942" y="132641"/>
                </a:cubicBezTo>
                <a:lnTo>
                  <a:pt x="54698" y="132641"/>
                </a:lnTo>
                <a:cubicBezTo>
                  <a:pt x="45445" y="132571"/>
                  <a:pt x="37967" y="125093"/>
                  <a:pt x="37897" y="115840"/>
                </a:cubicBezTo>
                <a:lnTo>
                  <a:pt x="37897" y="92596"/>
                </a:lnTo>
                <a:cubicBezTo>
                  <a:pt x="37967" y="83343"/>
                  <a:pt x="45445" y="75864"/>
                  <a:pt x="54698" y="75795"/>
                </a:cubicBezTo>
                <a:lnTo>
                  <a:pt x="77942" y="75795"/>
                </a:lnTo>
                <a:moveTo>
                  <a:pt x="75795" y="113692"/>
                </a:moveTo>
                <a:lnTo>
                  <a:pt x="56846" y="113692"/>
                </a:lnTo>
                <a:lnTo>
                  <a:pt x="56846" y="94743"/>
                </a:lnTo>
                <a:lnTo>
                  <a:pt x="75795" y="94743"/>
                </a:lnTo>
                <a:lnTo>
                  <a:pt x="75795" y="113692"/>
                </a:lnTo>
                <a:moveTo>
                  <a:pt x="78953" y="183171"/>
                </a:moveTo>
                <a:cubicBezTo>
                  <a:pt x="84183" y="183171"/>
                  <a:pt x="88427" y="187416"/>
                  <a:pt x="88427" y="192645"/>
                </a:cubicBezTo>
                <a:cubicBezTo>
                  <a:pt x="88427" y="197875"/>
                  <a:pt x="84183" y="202120"/>
                  <a:pt x="78953" y="202120"/>
                </a:cubicBezTo>
                <a:lnTo>
                  <a:pt x="60004" y="202120"/>
                </a:lnTo>
                <a:cubicBezTo>
                  <a:pt x="47826" y="202050"/>
                  <a:pt x="37967" y="192191"/>
                  <a:pt x="37897" y="180013"/>
                </a:cubicBezTo>
                <a:lnTo>
                  <a:pt x="37897" y="154748"/>
                </a:lnTo>
                <a:cubicBezTo>
                  <a:pt x="37897" y="149518"/>
                  <a:pt x="42142" y="145273"/>
                  <a:pt x="47371" y="145273"/>
                </a:cubicBezTo>
                <a:cubicBezTo>
                  <a:pt x="52601" y="145273"/>
                  <a:pt x="56846" y="149518"/>
                  <a:pt x="56846" y="154748"/>
                </a:cubicBezTo>
                <a:lnTo>
                  <a:pt x="56846" y="180013"/>
                </a:lnTo>
                <a:cubicBezTo>
                  <a:pt x="56846" y="181756"/>
                  <a:pt x="58261" y="183171"/>
                  <a:pt x="60004" y="183171"/>
                </a:cubicBezTo>
                <a:lnTo>
                  <a:pt x="78953" y="183171"/>
                </a:lnTo>
                <a:moveTo>
                  <a:pt x="82111" y="145273"/>
                </a:moveTo>
                <a:cubicBezTo>
                  <a:pt x="87315" y="145343"/>
                  <a:pt x="91516" y="149543"/>
                  <a:pt x="91585" y="154748"/>
                </a:cubicBezTo>
                <a:lnTo>
                  <a:pt x="91585" y="161064"/>
                </a:lnTo>
                <a:cubicBezTo>
                  <a:pt x="91585" y="166294"/>
                  <a:pt x="87341" y="170539"/>
                  <a:pt x="82111" y="170539"/>
                </a:cubicBezTo>
                <a:cubicBezTo>
                  <a:pt x="76881" y="170539"/>
                  <a:pt x="72636" y="166294"/>
                  <a:pt x="72636" y="161064"/>
                </a:cubicBezTo>
                <a:lnTo>
                  <a:pt x="72636" y="154748"/>
                </a:lnTo>
                <a:cubicBezTo>
                  <a:pt x="72706" y="149543"/>
                  <a:pt x="76906" y="145343"/>
                  <a:pt x="82111" y="145273"/>
                </a:cubicBezTo>
                <a:moveTo>
                  <a:pt x="142115" y="75795"/>
                </a:moveTo>
                <a:cubicBezTo>
                  <a:pt x="154293" y="75864"/>
                  <a:pt x="164153" y="85724"/>
                  <a:pt x="164222" y="97902"/>
                </a:cubicBezTo>
                <a:lnTo>
                  <a:pt x="164222" y="123167"/>
                </a:lnTo>
                <a:cubicBezTo>
                  <a:pt x="164222" y="128396"/>
                  <a:pt x="159978" y="132641"/>
                  <a:pt x="154748" y="132641"/>
                </a:cubicBezTo>
                <a:cubicBezTo>
                  <a:pt x="149518" y="132641"/>
                  <a:pt x="145273" y="128396"/>
                  <a:pt x="145273" y="123167"/>
                </a:cubicBezTo>
                <a:lnTo>
                  <a:pt x="145273" y="97902"/>
                </a:lnTo>
                <a:cubicBezTo>
                  <a:pt x="145273" y="96158"/>
                  <a:pt x="143859" y="94743"/>
                  <a:pt x="142115" y="94743"/>
                </a:cubicBezTo>
                <a:lnTo>
                  <a:pt x="123167" y="94743"/>
                </a:lnTo>
                <a:cubicBezTo>
                  <a:pt x="117937" y="94743"/>
                  <a:pt x="113692" y="90499"/>
                  <a:pt x="113692" y="85269"/>
                </a:cubicBezTo>
                <a:cubicBezTo>
                  <a:pt x="113692" y="80039"/>
                  <a:pt x="117937" y="75795"/>
                  <a:pt x="123167" y="75795"/>
                </a:cubicBezTo>
                <a:lnTo>
                  <a:pt x="142115" y="75795"/>
                </a:lnTo>
                <a:moveTo>
                  <a:pt x="120008" y="132641"/>
                </a:moveTo>
                <a:cubicBezTo>
                  <a:pt x="114804" y="132571"/>
                  <a:pt x="110604" y="128371"/>
                  <a:pt x="110534" y="123167"/>
                </a:cubicBezTo>
                <a:lnTo>
                  <a:pt x="110534" y="116850"/>
                </a:lnTo>
                <a:cubicBezTo>
                  <a:pt x="110534" y="111620"/>
                  <a:pt x="114779" y="107376"/>
                  <a:pt x="120008" y="107376"/>
                </a:cubicBezTo>
                <a:cubicBezTo>
                  <a:pt x="125238" y="107376"/>
                  <a:pt x="129483" y="111620"/>
                  <a:pt x="129483" y="116850"/>
                </a:cubicBezTo>
                <a:lnTo>
                  <a:pt x="129483" y="123167"/>
                </a:lnTo>
                <a:cubicBezTo>
                  <a:pt x="129413" y="128371"/>
                  <a:pt x="125213" y="132571"/>
                  <a:pt x="120008" y="132641"/>
                </a:cubicBezTo>
                <a:moveTo>
                  <a:pt x="147421" y="145273"/>
                </a:moveTo>
                <a:cubicBezTo>
                  <a:pt x="156674" y="145343"/>
                  <a:pt x="164153" y="152821"/>
                  <a:pt x="164222" y="162075"/>
                </a:cubicBezTo>
                <a:lnTo>
                  <a:pt x="164222" y="185319"/>
                </a:lnTo>
                <a:cubicBezTo>
                  <a:pt x="164153" y="194572"/>
                  <a:pt x="156674" y="202050"/>
                  <a:pt x="147421" y="202120"/>
                </a:cubicBezTo>
                <a:lnTo>
                  <a:pt x="124177" y="202120"/>
                </a:lnTo>
                <a:cubicBezTo>
                  <a:pt x="114924" y="202050"/>
                  <a:pt x="107445" y="194572"/>
                  <a:pt x="107376" y="185319"/>
                </a:cubicBezTo>
                <a:lnTo>
                  <a:pt x="107376" y="162075"/>
                </a:lnTo>
                <a:cubicBezTo>
                  <a:pt x="107445" y="152821"/>
                  <a:pt x="114924" y="145343"/>
                  <a:pt x="124177" y="145273"/>
                </a:cubicBezTo>
                <a:lnTo>
                  <a:pt x="147421" y="145273"/>
                </a:lnTo>
                <a:moveTo>
                  <a:pt x="145273" y="183171"/>
                </a:moveTo>
                <a:lnTo>
                  <a:pt x="126325" y="183171"/>
                </a:lnTo>
                <a:lnTo>
                  <a:pt x="126325" y="164222"/>
                </a:lnTo>
                <a:lnTo>
                  <a:pt x="145273" y="164222"/>
                </a:lnTo>
                <a:lnTo>
                  <a:pt x="145273" y="18317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42345" y="760378"/>
            <a:ext cx="1059315" cy="1894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Top 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377" y="2162588"/>
            <a:ext cx="837140" cy="3031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Libre Baskerville"/>
              </a:rPr>
              <a:t>Impact</a:t>
            </a:r>
          </a:p>
          <a:p>
            <a:pPr algn="r">
              <a:lnSpc>
                <a:spcPct val="100000"/>
              </a:lnSpc>
              <a:spcBef>
                <a:spcPts val="113"/>
              </a:spcBef>
            </a:pPr>
            <a:r>
              <a:rPr sz="900" b="1">
                <a:solidFill>
                  <a:srgbClr val="FFFFFF"/>
                </a:solidFill>
                <a:latin typeface="Libre Baskerville"/>
              </a:rPr>
              <a:t>Dashboard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23511" y="2541564"/>
            <a:ext cx="1240007" cy="3069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600" b="0">
                <a:solidFill>
                  <a:srgbClr val="FFFFFF"/>
                </a:solidFill>
                <a:latin typeface="Roboto"/>
              </a:rPr>
              <a:t>See how much food you've</a:t>
            </a:r>
          </a:p>
          <a:p>
            <a:pPr algn="r">
              <a:lnSpc>
                <a:spcPct val="100000"/>
              </a:lnSpc>
              <a:spcBef>
                <a:spcPts val="85"/>
              </a:spcBef>
            </a:pPr>
            <a:r>
              <a:rPr sz="600" b="0">
                <a:solidFill>
                  <a:srgbClr val="FFFFFF"/>
                </a:solidFill>
                <a:latin typeface="Roboto"/>
              </a:rPr>
              <a:t>saved and how much money</a:t>
            </a:r>
          </a:p>
          <a:p>
            <a:pPr algn="r">
              <a:lnSpc>
                <a:spcPct val="100000"/>
              </a:lnSpc>
              <a:spcBef>
                <a:spcPts val="85"/>
              </a:spcBef>
            </a:pPr>
            <a:r>
              <a:rPr sz="600" b="0">
                <a:solidFill>
                  <a:srgbClr val="FFFFFF"/>
                </a:solidFill>
                <a:latin typeface="Roboto"/>
              </a:rPr>
              <a:t>you've kept in your pocket.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80481" y="3075918"/>
            <a:ext cx="1158283" cy="1515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Libre Baskerville"/>
              </a:rPr>
              <a:t>Expiry Tracker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80481" y="3303304"/>
            <a:ext cx="1237275" cy="3069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600" b="0">
                <a:solidFill>
                  <a:srgbClr val="FFFFFF"/>
                </a:solidFill>
                <a:latin typeface="Roboto"/>
              </a:rPr>
              <a:t>Keep a list of what you have</a:t>
            </a:r>
          </a:p>
          <a:p>
            <a:pPr algn="l">
              <a:lnSpc>
                <a:spcPct val="100000"/>
              </a:lnSpc>
              <a:spcBef>
                <a:spcPts val="85"/>
              </a:spcBef>
            </a:pPr>
            <a:r>
              <a:rPr sz="600" b="0">
                <a:solidFill>
                  <a:srgbClr val="FFFFFF"/>
                </a:solidFill>
                <a:latin typeface="Roboto"/>
              </a:rPr>
              <a:t>and get a reminder before it</a:t>
            </a:r>
          </a:p>
          <a:p>
            <a:pPr algn="l">
              <a:lnSpc>
                <a:spcPct val="100000"/>
              </a:lnSpc>
              <a:spcBef>
                <a:spcPts val="85"/>
              </a:spcBef>
            </a:pPr>
            <a:r>
              <a:rPr sz="600" b="0">
                <a:solidFill>
                  <a:srgbClr val="FFFFFF"/>
                </a:solidFill>
                <a:latin typeface="Roboto"/>
              </a:rPr>
              <a:t>expires.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23414" y="3837660"/>
            <a:ext cx="940103" cy="3031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Libre Baskerville"/>
              </a:rPr>
              <a:t>Substitution</a:t>
            </a:r>
          </a:p>
          <a:p>
            <a:pPr algn="r">
              <a:lnSpc>
                <a:spcPct val="100000"/>
              </a:lnSpc>
              <a:spcBef>
                <a:spcPts val="113"/>
              </a:spcBef>
            </a:pPr>
            <a:r>
              <a:rPr sz="900" b="1">
                <a:solidFill>
                  <a:srgbClr val="FFFFFF"/>
                </a:solidFill>
                <a:latin typeface="Libre Baskerville"/>
              </a:rPr>
              <a:t>Finder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00449" y="4216635"/>
            <a:ext cx="1263069" cy="2046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600" b="0">
                <a:solidFill>
                  <a:srgbClr val="FFFFFF"/>
                </a:solidFill>
                <a:latin typeface="Roboto"/>
              </a:rPr>
              <a:t>Find a quick swap, like</a:t>
            </a:r>
          </a:p>
          <a:p>
            <a:pPr algn="r">
              <a:lnSpc>
                <a:spcPct val="100000"/>
              </a:lnSpc>
              <a:spcBef>
                <a:spcPts val="85"/>
              </a:spcBef>
            </a:pPr>
            <a:r>
              <a:rPr sz="600" b="0">
                <a:solidFill>
                  <a:srgbClr val="FFFFFF"/>
                </a:solidFill>
                <a:latin typeface="Roboto"/>
              </a:rPr>
              <a:t>applesauce instead of butter.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80481" y="4648667"/>
            <a:ext cx="1141852" cy="1515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Libre Baskerville"/>
              </a:rPr>
              <a:t>Recipe Builder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80481" y="4876053"/>
            <a:ext cx="1302562" cy="4092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600" b="0">
                <a:solidFill>
                  <a:srgbClr val="FFFFFF"/>
                </a:solidFill>
                <a:latin typeface="Roboto"/>
              </a:rPr>
              <a:t>Get step-by-step recipes, with</a:t>
            </a:r>
          </a:p>
          <a:p>
            <a:pPr algn="l">
              <a:lnSpc>
                <a:spcPct val="100000"/>
              </a:lnSpc>
              <a:spcBef>
                <a:spcPts val="85"/>
              </a:spcBef>
            </a:pPr>
            <a:r>
              <a:rPr sz="600" b="0">
                <a:solidFill>
                  <a:srgbClr val="FFFFFF"/>
                </a:solidFill>
                <a:latin typeface="Roboto"/>
              </a:rPr>
              <a:t>the best matches for your</a:t>
            </a:r>
          </a:p>
          <a:p>
            <a:pPr algn="l">
              <a:lnSpc>
                <a:spcPct val="100000"/>
              </a:lnSpc>
              <a:spcBef>
                <a:spcPts val="85"/>
              </a:spcBef>
            </a:pPr>
            <a:r>
              <a:rPr sz="600" b="0">
                <a:solidFill>
                  <a:srgbClr val="FFFFFF"/>
                </a:solidFill>
                <a:latin typeface="Roboto"/>
              </a:rPr>
              <a:t>ingredients at the top, so</a:t>
            </a:r>
          </a:p>
          <a:p>
            <a:pPr algn="l">
              <a:lnSpc>
                <a:spcPct val="100000"/>
              </a:lnSpc>
              <a:spcBef>
                <a:spcPts val="85"/>
              </a:spcBef>
            </a:pPr>
            <a:r>
              <a:rPr sz="600" b="0">
                <a:solidFill>
                  <a:srgbClr val="FFFFFF"/>
                </a:solidFill>
                <a:latin typeface="Roboto"/>
              </a:rPr>
              <a:t>nothing goes bad.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9845" y="5512733"/>
            <a:ext cx="923673" cy="1515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Libre Baskerville"/>
              </a:rPr>
              <a:t>Fridge Snap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52058" y="5740116"/>
            <a:ext cx="1311460" cy="2046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600" b="0">
                <a:solidFill>
                  <a:srgbClr val="FFFFFF"/>
                </a:solidFill>
                <a:latin typeface="Roboto"/>
              </a:rPr>
              <a:t>Take one photo. EcoPlate</a:t>
            </a:r>
          </a:p>
          <a:p>
            <a:pPr algn="r">
              <a:lnSpc>
                <a:spcPct val="100000"/>
              </a:lnSpc>
              <a:spcBef>
                <a:spcPts val="85"/>
              </a:spcBef>
            </a:pPr>
            <a:r>
              <a:rPr sz="600" b="0">
                <a:solidFill>
                  <a:srgbClr val="FFFFFF"/>
                </a:solidFill>
                <a:latin typeface="Roboto"/>
              </a:rPr>
              <a:t>spots every ingredient for you.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50004" y="6191073"/>
            <a:ext cx="679894" cy="76045"/>
          </a:xfrm>
          <a:custGeom>
            <a:avLst/>
            <a:gdLst/>
            <a:ahLst/>
            <a:cxnLst/>
            <a:rect l="0" t="0" r="0" b="0"/>
            <a:pathLst>
              <a:path w="679894" h="76045">
                <a:moveTo>
                  <a:pt x="387079" y="74286"/>
                </a:moveTo>
                <a:cubicBezTo>
                  <a:pt x="387285" y="75044"/>
                  <a:pt x="387880" y="75637"/>
                  <a:pt x="388638" y="75841"/>
                </a:cubicBezTo>
                <a:cubicBezTo>
                  <a:pt x="389397" y="76045"/>
                  <a:pt x="390209" y="75830"/>
                  <a:pt x="390768" y="75277"/>
                </a:cubicBezTo>
                <a:lnTo>
                  <a:pt x="423631" y="42805"/>
                </a:lnTo>
                <a:lnTo>
                  <a:pt x="384578" y="65058"/>
                </a:lnTo>
                <a:close/>
                <a:moveTo>
                  <a:pt x="373082" y="385"/>
                </a:moveTo>
                <a:cubicBezTo>
                  <a:pt x="372398" y="0"/>
                  <a:pt x="371558" y="6"/>
                  <a:pt x="370880" y="402"/>
                </a:cubicBezTo>
                <a:cubicBezTo>
                  <a:pt x="370202" y="798"/>
                  <a:pt x="369784" y="1527"/>
                  <a:pt x="369785" y="2312"/>
                </a:cubicBezTo>
                <a:lnTo>
                  <a:pt x="369785" y="21962"/>
                </a:lnTo>
                <a:lnTo>
                  <a:pt x="390477" y="10163"/>
                </a:lnTo>
                <a:close/>
                <a:moveTo>
                  <a:pt x="396629" y="13681"/>
                </a:moveTo>
                <a:lnTo>
                  <a:pt x="369785" y="28973"/>
                </a:lnTo>
                <a:lnTo>
                  <a:pt x="369785" y="44416"/>
                </a:lnTo>
                <a:lnTo>
                  <a:pt x="410152" y="21400"/>
                </a:lnTo>
                <a:close/>
                <a:moveTo>
                  <a:pt x="426366" y="34544"/>
                </a:moveTo>
                <a:cubicBezTo>
                  <a:pt x="427058" y="34152"/>
                  <a:pt x="427487" y="33415"/>
                  <a:pt x="427487" y="32620"/>
                </a:cubicBezTo>
                <a:cubicBezTo>
                  <a:pt x="427487" y="31825"/>
                  <a:pt x="427058" y="31089"/>
                  <a:pt x="426366" y="30697"/>
                </a:cubicBezTo>
                <a:lnTo>
                  <a:pt x="416310" y="25012"/>
                </a:lnTo>
                <a:lnTo>
                  <a:pt x="369791" y="51534"/>
                </a:lnTo>
                <a:lnTo>
                  <a:pt x="369791" y="62790"/>
                </a:lnTo>
                <a:cubicBezTo>
                  <a:pt x="369790" y="63577"/>
                  <a:pt x="370208" y="64308"/>
                  <a:pt x="370888" y="64704"/>
                </a:cubicBezTo>
                <a:cubicBezTo>
                  <a:pt x="371568" y="65101"/>
                  <a:pt x="372410" y="65105"/>
                  <a:pt x="373095" y="64716"/>
                </a:cubicBezTo>
                <a:lnTo>
                  <a:pt x="426372" y="34544"/>
                </a:lnTo>
                <a:close/>
                <a:moveTo>
                  <a:pt x="256073" y="9582"/>
                </a:moveTo>
                <a:cubicBezTo>
                  <a:pt x="256073" y="6847"/>
                  <a:pt x="258316" y="4636"/>
                  <a:pt x="261076" y="4636"/>
                </a:cubicBezTo>
                <a:cubicBezTo>
                  <a:pt x="263836" y="4636"/>
                  <a:pt x="266078" y="6847"/>
                  <a:pt x="266078" y="9582"/>
                </a:cubicBezTo>
                <a:cubicBezTo>
                  <a:pt x="266078" y="12317"/>
                  <a:pt x="263836" y="14527"/>
                  <a:pt x="261076" y="14527"/>
                </a:cubicBezTo>
                <a:cubicBezTo>
                  <a:pt x="258316" y="14527"/>
                  <a:pt x="256073" y="12317"/>
                  <a:pt x="256073" y="9582"/>
                </a:cubicBezTo>
                <a:close/>
                <a:moveTo>
                  <a:pt x="629813" y="9582"/>
                </a:moveTo>
                <a:cubicBezTo>
                  <a:pt x="629813" y="6847"/>
                  <a:pt x="632055" y="4636"/>
                  <a:pt x="634815" y="4636"/>
                </a:cubicBezTo>
                <a:cubicBezTo>
                  <a:pt x="637575" y="4636"/>
                  <a:pt x="639818" y="6847"/>
                  <a:pt x="639818" y="9582"/>
                </a:cubicBezTo>
                <a:cubicBezTo>
                  <a:pt x="639818" y="12317"/>
                  <a:pt x="637575" y="14527"/>
                  <a:pt x="634815" y="14527"/>
                </a:cubicBezTo>
                <a:cubicBezTo>
                  <a:pt x="632055" y="14527"/>
                  <a:pt x="629813" y="12317"/>
                  <a:pt x="629813" y="9582"/>
                </a:cubicBezTo>
                <a:close/>
                <a:moveTo>
                  <a:pt x="86924" y="57813"/>
                </a:moveTo>
                <a:lnTo>
                  <a:pt x="78902" y="57813"/>
                </a:lnTo>
                <a:lnTo>
                  <a:pt x="78902" y="54737"/>
                </a:lnTo>
                <a:cubicBezTo>
                  <a:pt x="77159" y="56006"/>
                  <a:pt x="73445" y="58583"/>
                  <a:pt x="67021" y="58583"/>
                </a:cubicBezTo>
                <a:cubicBezTo>
                  <a:pt x="59429" y="58583"/>
                  <a:pt x="52658" y="53568"/>
                  <a:pt x="53523" y="45458"/>
                </a:cubicBezTo>
                <a:cubicBezTo>
                  <a:pt x="54269" y="38472"/>
                  <a:pt x="60806" y="35453"/>
                  <a:pt x="65196" y="34550"/>
                </a:cubicBezTo>
                <a:lnTo>
                  <a:pt x="78902" y="32371"/>
                </a:lnTo>
                <a:cubicBezTo>
                  <a:pt x="78902" y="28966"/>
                  <a:pt x="77070" y="26333"/>
                  <a:pt x="72182" y="26017"/>
                </a:cubicBezTo>
                <a:cubicBezTo>
                  <a:pt x="67293" y="25701"/>
                  <a:pt x="64539" y="27943"/>
                  <a:pt x="62259" y="32440"/>
                </a:cubicBezTo>
                <a:lnTo>
                  <a:pt x="55159" y="28619"/>
                </a:lnTo>
                <a:cubicBezTo>
                  <a:pt x="62853" y="12001"/>
                  <a:pt x="86924" y="17477"/>
                  <a:pt x="86924" y="31234"/>
                </a:cubicBezTo>
                <a:lnTo>
                  <a:pt x="86924" y="57806"/>
                </a:lnTo>
                <a:close/>
                <a:moveTo>
                  <a:pt x="78902" y="39748"/>
                </a:moveTo>
                <a:lnTo>
                  <a:pt x="67432" y="41624"/>
                </a:lnTo>
                <a:cubicBezTo>
                  <a:pt x="64621" y="42300"/>
                  <a:pt x="61400" y="43791"/>
                  <a:pt x="61709" y="47296"/>
                </a:cubicBezTo>
                <a:cubicBezTo>
                  <a:pt x="62101" y="51680"/>
                  <a:pt x="70022" y="52128"/>
                  <a:pt x="73729" y="49791"/>
                </a:cubicBezTo>
                <a:cubicBezTo>
                  <a:pt x="78511" y="46772"/>
                  <a:pt x="78940" y="42250"/>
                  <a:pt x="78902" y="39748"/>
                </a:cubicBezTo>
                <a:close/>
                <a:moveTo>
                  <a:pt x="537854" y="57813"/>
                </a:moveTo>
                <a:lnTo>
                  <a:pt x="529833" y="57813"/>
                </a:lnTo>
                <a:lnTo>
                  <a:pt x="529833" y="54737"/>
                </a:lnTo>
                <a:cubicBezTo>
                  <a:pt x="528089" y="56006"/>
                  <a:pt x="524375" y="58583"/>
                  <a:pt x="517952" y="58583"/>
                </a:cubicBezTo>
                <a:cubicBezTo>
                  <a:pt x="510360" y="58583"/>
                  <a:pt x="503589" y="53568"/>
                  <a:pt x="504454" y="45458"/>
                </a:cubicBezTo>
                <a:cubicBezTo>
                  <a:pt x="505199" y="38472"/>
                  <a:pt x="511737" y="35453"/>
                  <a:pt x="516126" y="34550"/>
                </a:cubicBezTo>
                <a:lnTo>
                  <a:pt x="529833" y="32371"/>
                </a:lnTo>
                <a:cubicBezTo>
                  <a:pt x="529833" y="28966"/>
                  <a:pt x="528001" y="26333"/>
                  <a:pt x="523112" y="26017"/>
                </a:cubicBezTo>
                <a:cubicBezTo>
                  <a:pt x="518223" y="25701"/>
                  <a:pt x="515469" y="27943"/>
                  <a:pt x="513189" y="32440"/>
                </a:cubicBezTo>
                <a:lnTo>
                  <a:pt x="506090" y="28619"/>
                </a:lnTo>
                <a:cubicBezTo>
                  <a:pt x="513783" y="12001"/>
                  <a:pt x="537854" y="17477"/>
                  <a:pt x="537854" y="31234"/>
                </a:cubicBezTo>
                <a:lnTo>
                  <a:pt x="537854" y="57806"/>
                </a:lnTo>
                <a:close/>
                <a:moveTo>
                  <a:pt x="529833" y="39748"/>
                </a:moveTo>
                <a:lnTo>
                  <a:pt x="529826" y="39748"/>
                </a:lnTo>
                <a:lnTo>
                  <a:pt x="518356" y="41624"/>
                </a:lnTo>
                <a:cubicBezTo>
                  <a:pt x="515545" y="42300"/>
                  <a:pt x="512324" y="43791"/>
                  <a:pt x="512633" y="47296"/>
                </a:cubicBezTo>
                <a:cubicBezTo>
                  <a:pt x="513025" y="51680"/>
                  <a:pt x="520946" y="52128"/>
                  <a:pt x="524653" y="49791"/>
                </a:cubicBezTo>
                <a:cubicBezTo>
                  <a:pt x="529441" y="46772"/>
                  <a:pt x="529870" y="42250"/>
                  <a:pt x="529833" y="39748"/>
                </a:cubicBezTo>
                <a:close/>
                <a:moveTo>
                  <a:pt x="600650" y="57813"/>
                </a:moveTo>
                <a:lnTo>
                  <a:pt x="592780" y="57813"/>
                </a:lnTo>
                <a:lnTo>
                  <a:pt x="592780" y="4440"/>
                </a:lnTo>
                <a:lnTo>
                  <a:pt x="600650" y="4440"/>
                </a:lnTo>
                <a:lnTo>
                  <a:pt x="600650" y="35358"/>
                </a:lnTo>
                <a:lnTo>
                  <a:pt x="617578" y="19195"/>
                </a:lnTo>
                <a:lnTo>
                  <a:pt x="628556" y="19195"/>
                </a:lnTo>
                <a:lnTo>
                  <a:pt x="611925" y="35207"/>
                </a:lnTo>
                <a:lnTo>
                  <a:pt x="629074" y="57806"/>
                </a:lnTo>
                <a:lnTo>
                  <a:pt x="619246" y="57806"/>
                </a:lnTo>
                <a:lnTo>
                  <a:pt x="606127" y="40708"/>
                </a:lnTo>
                <a:lnTo>
                  <a:pt x="600650" y="46039"/>
                </a:lnTo>
                <a:lnTo>
                  <a:pt x="600650" y="57806"/>
                </a:lnTo>
                <a:close/>
                <a:moveTo>
                  <a:pt x="638883" y="19195"/>
                </a:moveTo>
                <a:lnTo>
                  <a:pt x="630956" y="19195"/>
                </a:lnTo>
                <a:lnTo>
                  <a:pt x="630956" y="57806"/>
                </a:lnTo>
                <a:lnTo>
                  <a:pt x="638883" y="57806"/>
                </a:lnTo>
                <a:close/>
                <a:moveTo>
                  <a:pt x="264960" y="19195"/>
                </a:moveTo>
                <a:lnTo>
                  <a:pt x="257033" y="19195"/>
                </a:lnTo>
                <a:lnTo>
                  <a:pt x="257033" y="57806"/>
                </a:lnTo>
                <a:lnTo>
                  <a:pt x="264960" y="57806"/>
                </a:lnTo>
                <a:close/>
                <a:moveTo>
                  <a:pt x="300230" y="57806"/>
                </a:moveTo>
                <a:lnTo>
                  <a:pt x="300230" y="4428"/>
                </a:lnTo>
                <a:lnTo>
                  <a:pt x="308157" y="4428"/>
                </a:lnTo>
                <a:lnTo>
                  <a:pt x="308157" y="21450"/>
                </a:lnTo>
                <a:cubicBezTo>
                  <a:pt x="310437" y="19265"/>
                  <a:pt x="314473" y="18387"/>
                  <a:pt x="317442" y="18387"/>
                </a:cubicBezTo>
                <a:cubicBezTo>
                  <a:pt x="326613" y="18387"/>
                  <a:pt x="333087" y="25221"/>
                  <a:pt x="332961" y="33849"/>
                </a:cubicBezTo>
                <a:lnTo>
                  <a:pt x="332961" y="57800"/>
                </a:lnTo>
                <a:lnTo>
                  <a:pt x="324939" y="57800"/>
                </a:lnTo>
                <a:lnTo>
                  <a:pt x="324939" y="34556"/>
                </a:lnTo>
                <a:cubicBezTo>
                  <a:pt x="324939" y="31979"/>
                  <a:pt x="323588" y="26099"/>
                  <a:pt x="316634" y="26099"/>
                </a:cubicBezTo>
                <a:cubicBezTo>
                  <a:pt x="310519" y="26099"/>
                  <a:pt x="308157" y="30874"/>
                  <a:pt x="308157" y="34556"/>
                </a:cubicBezTo>
                <a:lnTo>
                  <a:pt x="308157" y="57806"/>
                </a:lnTo>
                <a:close/>
                <a:moveTo>
                  <a:pt x="270165" y="26895"/>
                </a:moveTo>
                <a:lnTo>
                  <a:pt x="270165" y="19220"/>
                </a:lnTo>
                <a:lnTo>
                  <a:pt x="274087" y="19220"/>
                </a:lnTo>
                <a:cubicBezTo>
                  <a:pt x="274841" y="19220"/>
                  <a:pt x="275564" y="18921"/>
                  <a:pt x="276097" y="18388"/>
                </a:cubicBezTo>
                <a:cubicBezTo>
                  <a:pt x="276630" y="17855"/>
                  <a:pt x="276930" y="17132"/>
                  <a:pt x="276930" y="16378"/>
                </a:cubicBezTo>
                <a:lnTo>
                  <a:pt x="276930" y="10978"/>
                </a:lnTo>
                <a:lnTo>
                  <a:pt x="284831" y="10978"/>
                </a:lnTo>
                <a:lnTo>
                  <a:pt x="284831" y="19220"/>
                </a:lnTo>
                <a:lnTo>
                  <a:pt x="293099" y="19220"/>
                </a:lnTo>
                <a:lnTo>
                  <a:pt x="293099" y="26895"/>
                </a:lnTo>
                <a:lnTo>
                  <a:pt x="284831" y="26895"/>
                </a:lnTo>
                <a:lnTo>
                  <a:pt x="284831" y="46532"/>
                </a:lnTo>
                <a:cubicBezTo>
                  <a:pt x="284831" y="48383"/>
                  <a:pt x="285494" y="50726"/>
                  <a:pt x="288924" y="50726"/>
                </a:cubicBezTo>
                <a:cubicBezTo>
                  <a:pt x="291230" y="50726"/>
                  <a:pt x="292278" y="50505"/>
                  <a:pt x="293573" y="50284"/>
                </a:cubicBezTo>
                <a:lnTo>
                  <a:pt x="293573" y="57465"/>
                </a:lnTo>
                <a:cubicBezTo>
                  <a:pt x="293573" y="57465"/>
                  <a:pt x="291293" y="58179"/>
                  <a:pt x="288160" y="58179"/>
                </a:cubicBezTo>
                <a:cubicBezTo>
                  <a:pt x="279330" y="58179"/>
                  <a:pt x="276936" y="51541"/>
                  <a:pt x="276936" y="46886"/>
                </a:cubicBezTo>
                <a:lnTo>
                  <a:pt x="276936" y="26895"/>
                </a:lnTo>
                <a:lnTo>
                  <a:pt x="270171" y="26895"/>
                </a:lnTo>
                <a:close/>
                <a:moveTo>
                  <a:pt x="205455" y="19220"/>
                </a:moveTo>
                <a:lnTo>
                  <a:pt x="196650" y="19220"/>
                </a:lnTo>
                <a:lnTo>
                  <a:pt x="210489" y="57788"/>
                </a:lnTo>
                <a:lnTo>
                  <a:pt x="217595" y="57788"/>
                </a:lnTo>
                <a:lnTo>
                  <a:pt x="225389" y="33040"/>
                </a:lnTo>
                <a:lnTo>
                  <a:pt x="233208" y="57788"/>
                </a:lnTo>
                <a:lnTo>
                  <a:pt x="240339" y="57788"/>
                </a:lnTo>
                <a:lnTo>
                  <a:pt x="254159" y="19220"/>
                </a:lnTo>
                <a:lnTo>
                  <a:pt x="245424" y="19220"/>
                </a:lnTo>
                <a:lnTo>
                  <a:pt x="236840" y="44043"/>
                </a:lnTo>
                <a:lnTo>
                  <a:pt x="228907" y="19220"/>
                </a:lnTo>
                <a:lnTo>
                  <a:pt x="221808" y="19220"/>
                </a:lnTo>
                <a:lnTo>
                  <a:pt x="213963" y="44214"/>
                </a:lnTo>
                <a:lnTo>
                  <a:pt x="205448" y="19220"/>
                </a:lnTo>
                <a:close/>
                <a:moveTo>
                  <a:pt x="140296" y="38813"/>
                </a:moveTo>
                <a:cubicBezTo>
                  <a:pt x="140170" y="48705"/>
                  <a:pt x="147794" y="58577"/>
                  <a:pt x="160654" y="58577"/>
                </a:cubicBezTo>
                <a:cubicBezTo>
                  <a:pt x="170545" y="58577"/>
                  <a:pt x="175705" y="52779"/>
                  <a:pt x="177922" y="47719"/>
                </a:cubicBezTo>
                <a:lnTo>
                  <a:pt x="171625" y="44239"/>
                </a:lnTo>
                <a:cubicBezTo>
                  <a:pt x="169635" y="46759"/>
                  <a:pt x="166566" y="51149"/>
                  <a:pt x="160647" y="51149"/>
                </a:cubicBezTo>
                <a:cubicBezTo>
                  <a:pt x="153415" y="51149"/>
                  <a:pt x="149120" y="46216"/>
                  <a:pt x="148703" y="41548"/>
                </a:cubicBezTo>
                <a:lnTo>
                  <a:pt x="177916" y="41548"/>
                </a:lnTo>
                <a:cubicBezTo>
                  <a:pt x="178383" y="39755"/>
                  <a:pt x="178851" y="35264"/>
                  <a:pt x="177726" y="31701"/>
                </a:cubicBezTo>
                <a:cubicBezTo>
                  <a:pt x="175604" y="24981"/>
                  <a:pt x="170014" y="18425"/>
                  <a:pt x="159795" y="18425"/>
                </a:cubicBezTo>
                <a:cubicBezTo>
                  <a:pt x="149575" y="18425"/>
                  <a:pt x="140290" y="25701"/>
                  <a:pt x="140290" y="38807"/>
                </a:cubicBezTo>
                <a:close/>
                <a:moveTo>
                  <a:pt x="148905" y="34076"/>
                </a:moveTo>
                <a:cubicBezTo>
                  <a:pt x="150284" y="29222"/>
                  <a:pt x="154754" y="25850"/>
                  <a:pt x="159801" y="25859"/>
                </a:cubicBezTo>
                <a:cubicBezTo>
                  <a:pt x="166477" y="25859"/>
                  <a:pt x="169705" y="31360"/>
                  <a:pt x="170052" y="34076"/>
                </a:cubicBezTo>
                <a:close/>
                <a:moveTo>
                  <a:pt x="93588" y="38813"/>
                </a:moveTo>
                <a:cubicBezTo>
                  <a:pt x="93828" y="49917"/>
                  <a:pt x="101653" y="58602"/>
                  <a:pt x="113452" y="58602"/>
                </a:cubicBezTo>
                <a:cubicBezTo>
                  <a:pt x="120236" y="58602"/>
                  <a:pt x="124335" y="55589"/>
                  <a:pt x="125838" y="54358"/>
                </a:cubicBezTo>
                <a:lnTo>
                  <a:pt x="125838" y="57813"/>
                </a:lnTo>
                <a:lnTo>
                  <a:pt x="133683" y="57813"/>
                </a:lnTo>
                <a:lnTo>
                  <a:pt x="133683" y="4466"/>
                </a:lnTo>
                <a:lnTo>
                  <a:pt x="125737" y="4466"/>
                </a:lnTo>
                <a:lnTo>
                  <a:pt x="125737" y="22707"/>
                </a:lnTo>
                <a:cubicBezTo>
                  <a:pt x="123122" y="20433"/>
                  <a:pt x="119029" y="18412"/>
                  <a:pt x="113547" y="18412"/>
                </a:cubicBezTo>
                <a:cubicBezTo>
                  <a:pt x="101483" y="18412"/>
                  <a:pt x="93347" y="27716"/>
                  <a:pt x="93588" y="38813"/>
                </a:cubicBezTo>
                <a:close/>
                <a:moveTo>
                  <a:pt x="101855" y="38308"/>
                </a:moveTo>
                <a:lnTo>
                  <a:pt x="101849" y="38308"/>
                </a:lnTo>
                <a:cubicBezTo>
                  <a:pt x="101849" y="31247"/>
                  <a:pt x="107180" y="26206"/>
                  <a:pt x="113250" y="26206"/>
                </a:cubicBezTo>
                <a:cubicBezTo>
                  <a:pt x="119320" y="26206"/>
                  <a:pt x="125706" y="30116"/>
                  <a:pt x="125706" y="38776"/>
                </a:cubicBezTo>
                <a:cubicBezTo>
                  <a:pt x="125749" y="42016"/>
                  <a:pt x="124463" y="45138"/>
                  <a:pt x="122150" y="47408"/>
                </a:cubicBezTo>
                <a:cubicBezTo>
                  <a:pt x="119837" y="49678"/>
                  <a:pt x="116692" y="50905"/>
                  <a:pt x="113452" y="50802"/>
                </a:cubicBezTo>
                <a:cubicBezTo>
                  <a:pt x="106422" y="50802"/>
                  <a:pt x="101855" y="45376"/>
                  <a:pt x="101855" y="38308"/>
                </a:cubicBezTo>
                <a:close/>
                <a:moveTo>
                  <a:pt x="586205" y="38131"/>
                </a:moveTo>
                <a:cubicBezTo>
                  <a:pt x="585965" y="27027"/>
                  <a:pt x="578139" y="18342"/>
                  <a:pt x="566341" y="18342"/>
                </a:cubicBezTo>
                <a:cubicBezTo>
                  <a:pt x="559557" y="18342"/>
                  <a:pt x="555458" y="21355"/>
                  <a:pt x="553954" y="22587"/>
                </a:cubicBezTo>
                <a:lnTo>
                  <a:pt x="553954" y="19132"/>
                </a:lnTo>
                <a:lnTo>
                  <a:pt x="546110" y="19132"/>
                </a:lnTo>
                <a:lnTo>
                  <a:pt x="546110" y="71052"/>
                </a:lnTo>
                <a:lnTo>
                  <a:pt x="554055" y="71052"/>
                </a:lnTo>
                <a:lnTo>
                  <a:pt x="554055" y="54238"/>
                </a:lnTo>
                <a:cubicBezTo>
                  <a:pt x="556670" y="56512"/>
                  <a:pt x="560770" y="58533"/>
                  <a:pt x="566246" y="58533"/>
                </a:cubicBezTo>
                <a:cubicBezTo>
                  <a:pt x="578310" y="58533"/>
                  <a:pt x="586445" y="49229"/>
                  <a:pt x="586205" y="38131"/>
                </a:cubicBezTo>
                <a:close/>
                <a:moveTo>
                  <a:pt x="577937" y="38637"/>
                </a:moveTo>
                <a:cubicBezTo>
                  <a:pt x="577937" y="45698"/>
                  <a:pt x="572613" y="50739"/>
                  <a:pt x="566543" y="50739"/>
                </a:cubicBezTo>
                <a:cubicBezTo>
                  <a:pt x="560473" y="50739"/>
                  <a:pt x="554087" y="46829"/>
                  <a:pt x="554087" y="38169"/>
                </a:cubicBezTo>
                <a:cubicBezTo>
                  <a:pt x="554044" y="34928"/>
                  <a:pt x="555330" y="31807"/>
                  <a:pt x="557643" y="29537"/>
                </a:cubicBezTo>
                <a:cubicBezTo>
                  <a:pt x="559956" y="27266"/>
                  <a:pt x="563101" y="26039"/>
                  <a:pt x="566341" y="26143"/>
                </a:cubicBezTo>
                <a:cubicBezTo>
                  <a:pt x="573371" y="26143"/>
                  <a:pt x="577937" y="31569"/>
                  <a:pt x="577937" y="38637"/>
                </a:cubicBezTo>
                <a:close/>
                <a:moveTo>
                  <a:pt x="647043" y="57964"/>
                </a:moveTo>
                <a:lnTo>
                  <a:pt x="647043" y="19201"/>
                </a:lnTo>
                <a:lnTo>
                  <a:pt x="654964" y="19201"/>
                </a:lnTo>
                <a:lnTo>
                  <a:pt x="654964" y="21614"/>
                </a:lnTo>
                <a:cubicBezTo>
                  <a:pt x="657244" y="19429"/>
                  <a:pt x="661280" y="18551"/>
                  <a:pt x="664249" y="18551"/>
                </a:cubicBezTo>
                <a:cubicBezTo>
                  <a:pt x="673420" y="18551"/>
                  <a:pt x="679894" y="25385"/>
                  <a:pt x="679768" y="34013"/>
                </a:cubicBezTo>
                <a:lnTo>
                  <a:pt x="679768" y="57964"/>
                </a:lnTo>
                <a:lnTo>
                  <a:pt x="671746" y="57964"/>
                </a:lnTo>
                <a:lnTo>
                  <a:pt x="671746" y="34714"/>
                </a:lnTo>
                <a:cubicBezTo>
                  <a:pt x="671746" y="32137"/>
                  <a:pt x="670395" y="26257"/>
                  <a:pt x="663440" y="26257"/>
                </a:cubicBezTo>
                <a:cubicBezTo>
                  <a:pt x="657320" y="26257"/>
                  <a:pt x="654964" y="31032"/>
                  <a:pt x="654964" y="34714"/>
                </a:cubicBezTo>
                <a:lnTo>
                  <a:pt x="654964" y="57964"/>
                </a:lnTo>
                <a:close/>
                <a:moveTo>
                  <a:pt x="455137" y="57832"/>
                </a:moveTo>
                <a:lnTo>
                  <a:pt x="455137" y="5230"/>
                </a:lnTo>
                <a:lnTo>
                  <a:pt x="461983" y="5230"/>
                </a:lnTo>
                <a:lnTo>
                  <a:pt x="488606" y="41719"/>
                </a:lnTo>
                <a:lnTo>
                  <a:pt x="488606" y="5230"/>
                </a:lnTo>
                <a:lnTo>
                  <a:pt x="496944" y="5230"/>
                </a:lnTo>
                <a:lnTo>
                  <a:pt x="496944" y="57832"/>
                </a:lnTo>
                <a:lnTo>
                  <a:pt x="490034" y="57832"/>
                </a:lnTo>
                <a:lnTo>
                  <a:pt x="463461" y="21223"/>
                </a:lnTo>
                <a:lnTo>
                  <a:pt x="463461" y="57832"/>
                </a:lnTo>
                <a:lnTo>
                  <a:pt x="455130" y="57832"/>
                </a:lnTo>
                <a:close/>
                <a:moveTo>
                  <a:pt x="7832" y="57813"/>
                </a:moveTo>
                <a:lnTo>
                  <a:pt x="0" y="57813"/>
                </a:lnTo>
                <a:lnTo>
                  <a:pt x="0" y="8723"/>
                </a:lnTo>
                <a:lnTo>
                  <a:pt x="6404" y="8723"/>
                </a:lnTo>
                <a:lnTo>
                  <a:pt x="23231" y="31442"/>
                </a:lnTo>
                <a:lnTo>
                  <a:pt x="39994" y="8754"/>
                </a:lnTo>
                <a:lnTo>
                  <a:pt x="46500" y="8754"/>
                </a:lnTo>
                <a:lnTo>
                  <a:pt x="46500" y="57806"/>
                </a:lnTo>
                <a:lnTo>
                  <a:pt x="38567" y="57806"/>
                </a:lnTo>
                <a:lnTo>
                  <a:pt x="38567" y="23787"/>
                </a:lnTo>
                <a:lnTo>
                  <a:pt x="23231" y="44669"/>
                </a:lnTo>
                <a:lnTo>
                  <a:pt x="7832" y="23661"/>
                </a:lnTo>
                <a:close/>
              </a:path>
            </a:pathLst>
          </a:custGeom>
          <a:solidFill>
            <a:srgbClr val="ACB2BC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Snap your fridge . Get dinner . Waste nothing - Visual 5</dc:title>
  <cp:lastModifiedBy/>
  <cp:revision>1</cp:revision>
  <dcterms:modified xsi:type="dcterms:W3CDTF">2026-10-29T05:15:51Z</dcterms:modified>
  <dcterms:created xsi:type="dcterms:W3CDTF">2026-10-29T05:15:51Z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